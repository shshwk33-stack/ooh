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embeddedFontLst>
    <p:embeddedFont>
      <p:font typeface="Gmarket Sans Bold"/>
      <p:bold r:id="rId18"/>
    </p:embeddedFont>
    <p:embeddedFont>
      <p:font typeface="Gmarket Sans Medium"/>
      <p:regular r:id="rId19"/>
    </p:embeddedFont>
    <p:embeddedFont>
      <p:font typeface="Noto Sans CJK KR Regular"/>
      <p:regular r:id="rId20"/>
    </p:embeddedFont>
    <p:embeddedFont>
      <p:font typeface="Gong Gothic Medium"/>
      <p:bold r:id="rId21"/>
    </p:embeddedFont>
    <p:embeddedFont>
      <p:font typeface="Gong Gothic Bold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23" Target="../media/image22.png" Type="http://schemas.openxmlformats.org/officeDocument/2006/relationships/image"/><Relationship Id="rId24" Target="../media/image23.sv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sv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svg" Type="http://schemas.openxmlformats.org/officeDocument/2006/relationships/image"/><Relationship Id="rId33" Target="../media/image32.svg" Type="http://schemas.openxmlformats.org/officeDocument/2006/relationships/image"/><Relationship Id="rId34" Target="../media/image33.png" Type="http://schemas.openxmlformats.org/officeDocument/2006/relationships/image"/><Relationship Id="rId35" Target="../media/image34.png" Type="http://schemas.openxmlformats.org/officeDocument/2006/relationships/image"/><Relationship Id="rId36" Target="../media/image35.png" Type="http://schemas.openxmlformats.org/officeDocument/2006/relationships/image"/><Relationship Id="rId37" Target="../media/image36.png" Type="http://schemas.openxmlformats.org/officeDocument/2006/relationships/image"/><Relationship Id="rId38" Target="../media/image37.pn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40" Target="../media/image39.svg" Type="http://schemas.openxmlformats.org/officeDocument/2006/relationships/image"/><Relationship Id="rId41" Target="../media/image40.png" Type="http://schemas.openxmlformats.org/officeDocument/2006/relationships/image"/><Relationship Id="rId42" Target="../media/image41.svg" Type="http://schemas.openxmlformats.org/officeDocument/2006/relationships/image"/><Relationship Id="rId43" Target="../media/image42.png" Type="http://schemas.openxmlformats.org/officeDocument/2006/relationships/image"/><Relationship Id="rId44" Target="../media/image43.png" Type="http://schemas.openxmlformats.org/officeDocument/2006/relationships/image"/><Relationship Id="rId45" Target="../media/image44.svg" Type="http://schemas.openxmlformats.org/officeDocument/2006/relationships/image"/><Relationship Id="rId46" Target="../media/image45.png" Type="http://schemas.openxmlformats.org/officeDocument/2006/relationships/image"/><Relationship Id="rId47" Target="../media/image46.svg" Type="http://schemas.openxmlformats.org/officeDocument/2006/relationships/image"/><Relationship Id="rId48" Target="../media/image47.png" Type="http://schemas.openxmlformats.org/officeDocument/2006/relationships/image"/><Relationship Id="rId49" Target="../media/image48.png" Type="http://schemas.openxmlformats.org/officeDocument/2006/relationships/image"/><Relationship Id="rId5" Target="../media/image4.svg" Type="http://schemas.openxmlformats.org/officeDocument/2006/relationships/image"/><Relationship Id="rId50" Target="../media/image49.png" Type="http://schemas.openxmlformats.org/officeDocument/2006/relationships/image"/><Relationship Id="rId51" Target="../media/image50.png" Type="http://schemas.openxmlformats.org/officeDocument/2006/relationships/image"/><Relationship Id="rId52" Target="../media/image51.png" Type="http://schemas.openxmlformats.org/officeDocument/2006/relationships/image"/><Relationship Id="rId53" Target="../media/image52.png" Type="http://schemas.openxmlformats.org/officeDocument/2006/relationships/image"/><Relationship Id="rId54" Target="../media/image53.png" Type="http://schemas.openxmlformats.org/officeDocument/2006/relationships/image"/><Relationship Id="rId55" Target="../media/image54.png" Type="http://schemas.openxmlformats.org/officeDocument/2006/relationships/image"/><Relationship Id="rId56" Target="../media/image55.svg" Type="http://schemas.openxmlformats.org/officeDocument/2006/relationships/image"/><Relationship Id="rId57" Target="../media/image56.png" Type="http://schemas.openxmlformats.org/officeDocument/2006/relationships/image"/><Relationship Id="rId58" Target="../media/image57.png" Type="http://schemas.openxmlformats.org/officeDocument/2006/relationships/image"/><Relationship Id="rId59" Target="../media/image5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sv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svg" Type="http://schemas.openxmlformats.org/officeDocument/2006/relationships/image"/><Relationship Id="rId18" Target="../media/image75.png" Type="http://schemas.openxmlformats.org/officeDocument/2006/relationships/image"/><Relationship Id="rId19" Target="../media/image76.svg" Type="http://schemas.openxmlformats.org/officeDocument/2006/relationships/image"/><Relationship Id="rId2" Target="../media/image59.png" Type="http://schemas.openxmlformats.org/officeDocument/2006/relationships/image"/><Relationship Id="rId20" Target="../media/image77.png" Type="http://schemas.openxmlformats.org/officeDocument/2006/relationships/image"/><Relationship Id="rId21" Target="../media/image78.svg" Type="http://schemas.openxmlformats.org/officeDocument/2006/relationships/image"/><Relationship Id="rId22" Target="../media/image79.png" Type="http://schemas.openxmlformats.org/officeDocument/2006/relationships/image"/><Relationship Id="rId23" Target="../media/image80.svg" Type="http://schemas.openxmlformats.org/officeDocument/2006/relationships/image"/><Relationship Id="rId24" Target="../media/image81.png" Type="http://schemas.openxmlformats.org/officeDocument/2006/relationships/image"/><Relationship Id="rId25" Target="../media/image82.svg" Type="http://schemas.openxmlformats.org/officeDocument/2006/relationships/image"/><Relationship Id="rId26" Target="../media/image83.png" Type="http://schemas.openxmlformats.org/officeDocument/2006/relationships/image"/><Relationship Id="rId27" Target="../media/image84.svg" Type="http://schemas.openxmlformats.org/officeDocument/2006/relationships/image"/><Relationship Id="rId28" Target="../media/image85.png" Type="http://schemas.openxmlformats.org/officeDocument/2006/relationships/image"/><Relationship Id="rId29" Target="../media/image86.png" Type="http://schemas.openxmlformats.org/officeDocument/2006/relationships/image"/><Relationship Id="rId3" Target="../media/image60.svg" Type="http://schemas.openxmlformats.org/officeDocument/2006/relationships/image"/><Relationship Id="rId30" Target="../media/image87.png" Type="http://schemas.openxmlformats.org/officeDocument/2006/relationships/image"/><Relationship Id="rId31" Target="../media/image88.png" Type="http://schemas.openxmlformats.org/officeDocument/2006/relationships/image"/><Relationship Id="rId32" Target="../media/image89.svg" Type="http://schemas.openxmlformats.org/officeDocument/2006/relationships/image"/><Relationship Id="rId33" Target="../media/image90.png" Type="http://schemas.openxmlformats.org/officeDocument/2006/relationships/image"/><Relationship Id="rId34" Target="../media/image91.svg" Type="http://schemas.openxmlformats.org/officeDocument/2006/relationships/image"/><Relationship Id="rId35" Target="../media/image92.png" Type="http://schemas.openxmlformats.org/officeDocument/2006/relationships/image"/><Relationship Id="rId36" Target="../media/image93.png" Type="http://schemas.openxmlformats.org/officeDocument/2006/relationships/image"/><Relationship Id="rId37" Target="../media/image94.png" Type="http://schemas.openxmlformats.org/officeDocument/2006/relationships/image"/><Relationship Id="rId38" Target="../media/image95.png" Type="http://schemas.openxmlformats.org/officeDocument/2006/relationships/image"/><Relationship Id="rId39" Target="../media/image96.png" Type="http://schemas.openxmlformats.org/officeDocument/2006/relationships/image"/><Relationship Id="rId4" Target="../media/image61.png" Type="http://schemas.openxmlformats.org/officeDocument/2006/relationships/image"/><Relationship Id="rId40" Target="../media/image97.svg" Type="http://schemas.openxmlformats.org/officeDocument/2006/relationships/image"/><Relationship Id="rId41" Target="../media/image98.png" Type="http://schemas.openxmlformats.org/officeDocument/2006/relationships/image"/><Relationship Id="rId42" Target="../media/image99.svg" Type="http://schemas.openxmlformats.org/officeDocument/2006/relationships/image"/><Relationship Id="rId43" Target="../media/image100.png" Type="http://schemas.openxmlformats.org/officeDocument/2006/relationships/image"/><Relationship Id="rId44" Target="../media/image101.png" Type="http://schemas.openxmlformats.org/officeDocument/2006/relationships/image"/><Relationship Id="rId45" Target="../media/image102.png" Type="http://schemas.openxmlformats.org/officeDocument/2006/relationships/image"/><Relationship Id="rId46" Target="../media/image103.png" Type="http://schemas.openxmlformats.org/officeDocument/2006/relationships/image"/><Relationship Id="rId47" Target="../media/image104.png" Type="http://schemas.openxmlformats.org/officeDocument/2006/relationships/image"/><Relationship Id="rId48" Target="../media/image105.png" Type="http://schemas.openxmlformats.org/officeDocument/2006/relationships/image"/><Relationship Id="rId49" Target="../media/image106.svg" Type="http://schemas.openxmlformats.org/officeDocument/2006/relationships/image"/><Relationship Id="rId5" Target="../media/image62.svg" Type="http://schemas.openxmlformats.org/officeDocument/2006/relationships/image"/><Relationship Id="rId50" Target="../media/image107.png" Type="http://schemas.openxmlformats.org/officeDocument/2006/relationships/image"/><Relationship Id="rId51" Target="../media/image108.png" Type="http://schemas.openxmlformats.org/officeDocument/2006/relationships/image"/><Relationship Id="rId52" Target="../media/image109.png" Type="http://schemas.openxmlformats.org/officeDocument/2006/relationships/image"/><Relationship Id="rId53" Target="../media/image110.svg" Type="http://schemas.openxmlformats.org/officeDocument/2006/relationships/image"/><Relationship Id="rId54" Target="../media/image111.png" Type="http://schemas.openxmlformats.org/officeDocument/2006/relationships/image"/><Relationship Id="rId55" Target="../media/image112.png" Type="http://schemas.openxmlformats.org/officeDocument/2006/relationships/image"/><Relationship Id="rId56" Target="../media/image113.svg" Type="http://schemas.openxmlformats.org/officeDocument/2006/relationships/image"/><Relationship Id="rId57" Target="../media/image114.pn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png" Type="http://schemas.openxmlformats.org/officeDocument/2006/relationships/image"/><Relationship Id="rId13" Target="../media/image120.png" Type="http://schemas.openxmlformats.org/officeDocument/2006/relationships/image"/><Relationship Id="rId14" Target="../media/image121.svg" Type="http://schemas.openxmlformats.org/officeDocument/2006/relationships/image"/><Relationship Id="rId15" Target="../media/image122.png" Type="http://schemas.openxmlformats.org/officeDocument/2006/relationships/image"/><Relationship Id="rId16" Target="../media/image123.svg" Type="http://schemas.openxmlformats.org/officeDocument/2006/relationships/image"/><Relationship Id="rId17" Target="../media/image124.png" Type="http://schemas.openxmlformats.org/officeDocument/2006/relationships/image"/><Relationship Id="rId18" Target="../media/image125.svg" Type="http://schemas.openxmlformats.org/officeDocument/2006/relationships/image"/><Relationship Id="rId19" Target="../media/image79.png" Type="http://schemas.openxmlformats.org/officeDocument/2006/relationships/image"/><Relationship Id="rId2" Target="../media/image115.png" Type="http://schemas.openxmlformats.org/officeDocument/2006/relationships/image"/><Relationship Id="rId20" Target="../media/image126.svg" Type="http://schemas.openxmlformats.org/officeDocument/2006/relationships/image"/><Relationship Id="rId21" Target="../media/image127.png" Type="http://schemas.openxmlformats.org/officeDocument/2006/relationships/image"/><Relationship Id="rId22" Target="../media/image128.png" Type="http://schemas.openxmlformats.org/officeDocument/2006/relationships/image"/><Relationship Id="rId23" Target="../media/image129.svg" Type="http://schemas.openxmlformats.org/officeDocument/2006/relationships/image"/><Relationship Id="rId24" Target="../media/image130.png" Type="http://schemas.openxmlformats.org/officeDocument/2006/relationships/image"/><Relationship Id="rId25" Target="../media/image131.svg" Type="http://schemas.openxmlformats.org/officeDocument/2006/relationships/image"/><Relationship Id="rId26" Target="../media/image132.png" Type="http://schemas.openxmlformats.org/officeDocument/2006/relationships/image"/><Relationship Id="rId27" Target="../media/image133.svg" Type="http://schemas.openxmlformats.org/officeDocument/2006/relationships/image"/><Relationship Id="rId28" Target="../media/image134.png" Type="http://schemas.openxmlformats.org/officeDocument/2006/relationships/image"/><Relationship Id="rId29" Target="../media/image135.svg" Type="http://schemas.openxmlformats.org/officeDocument/2006/relationships/image"/><Relationship Id="rId3" Target="../media/image64.svg" Type="http://schemas.openxmlformats.org/officeDocument/2006/relationships/image"/><Relationship Id="rId30" Target="../media/image136.png" Type="http://schemas.openxmlformats.org/officeDocument/2006/relationships/image"/><Relationship Id="rId31" Target="../media/image137.png" Type="http://schemas.openxmlformats.org/officeDocument/2006/relationships/image"/><Relationship Id="rId32" Target="../media/image138.png" Type="http://schemas.openxmlformats.org/officeDocument/2006/relationships/image"/><Relationship Id="rId33" Target="../media/image139.png" Type="http://schemas.openxmlformats.org/officeDocument/2006/relationships/image"/><Relationship Id="rId34" Target="../media/image140.svg" Type="http://schemas.openxmlformats.org/officeDocument/2006/relationships/image"/><Relationship Id="rId35" Target="../media/image141.png" Type="http://schemas.openxmlformats.org/officeDocument/2006/relationships/image"/><Relationship Id="rId36" Target="../media/image142.png" Type="http://schemas.openxmlformats.org/officeDocument/2006/relationships/image"/><Relationship Id="rId37" Target="../media/image143.png" Type="http://schemas.openxmlformats.org/officeDocument/2006/relationships/image"/><Relationship Id="rId38" Target="../media/image144.png" Type="http://schemas.openxmlformats.org/officeDocument/2006/relationships/image"/><Relationship Id="rId39" Target="../media/image145.svg" Type="http://schemas.openxmlformats.org/officeDocument/2006/relationships/image"/><Relationship Id="rId4" Target="../media/image116.png" Type="http://schemas.openxmlformats.org/officeDocument/2006/relationships/image"/><Relationship Id="rId40" Target="../media/image146.png" Type="http://schemas.openxmlformats.org/officeDocument/2006/relationships/image"/><Relationship Id="rId41" Target="../media/image147.png" Type="http://schemas.openxmlformats.org/officeDocument/2006/relationships/image"/><Relationship Id="rId42" Target="../media/image148.png" Type="http://schemas.openxmlformats.org/officeDocument/2006/relationships/image"/><Relationship Id="rId43" Target="../media/image149.png" Type="http://schemas.openxmlformats.org/officeDocument/2006/relationships/image"/><Relationship Id="rId44" Target="../media/image150.png" Type="http://schemas.openxmlformats.org/officeDocument/2006/relationships/image"/><Relationship Id="rId45" Target="../media/image151.png" Type="http://schemas.openxmlformats.org/officeDocument/2006/relationships/image"/><Relationship Id="rId46" Target="../media/image152.svg" Type="http://schemas.openxmlformats.org/officeDocument/2006/relationships/image"/><Relationship Id="rId47" Target="../media/image153.png" Type="http://schemas.openxmlformats.org/officeDocument/2006/relationships/image"/><Relationship Id="rId48" Target="../media/image154.png" Type="http://schemas.openxmlformats.org/officeDocument/2006/relationships/image"/><Relationship Id="rId49" Target="../media/image155.png" Type="http://schemas.openxmlformats.org/officeDocument/2006/relationships/image"/><Relationship Id="rId5" Target="../media/image60.svg" Type="http://schemas.openxmlformats.org/officeDocument/2006/relationships/image"/><Relationship Id="rId50" Target="../media/image156.png" Type="http://schemas.openxmlformats.org/officeDocument/2006/relationships/image"/><Relationship Id="rId51" Target="../media/image157.png" Type="http://schemas.openxmlformats.org/officeDocument/2006/relationships/image"/><Relationship Id="rId52" Target="../media/image158.png" Type="http://schemas.openxmlformats.org/officeDocument/2006/relationships/image"/><Relationship Id="rId53" Target="../media/image159.svg" Type="http://schemas.openxmlformats.org/officeDocument/2006/relationships/image"/><Relationship Id="rId54" Target="../media/image160.png" Type="http://schemas.openxmlformats.org/officeDocument/2006/relationships/image"/><Relationship Id="rId55" Target="../media/image161.png" Type="http://schemas.openxmlformats.org/officeDocument/2006/relationships/image"/><Relationship Id="rId56" Target="../media/image162.png" Type="http://schemas.openxmlformats.org/officeDocument/2006/relationships/image"/><Relationship Id="rId57" Target="../media/image163.png" Type="http://schemas.openxmlformats.org/officeDocument/2006/relationships/image"/><Relationship Id="rId58" Target="../media/image164.png" Type="http://schemas.openxmlformats.org/officeDocument/2006/relationships/image"/><Relationship Id="rId59" Target="../media/image165.png" Type="http://schemas.openxmlformats.org/officeDocument/2006/relationships/image"/><Relationship Id="rId6" Target="../media/image117.png" Type="http://schemas.openxmlformats.org/officeDocument/2006/relationships/image"/><Relationship Id="rId60" Target="../media/image166.svg" Type="http://schemas.openxmlformats.org/officeDocument/2006/relationships/image"/><Relationship Id="rId61" Target="../media/image167.png" Type="http://schemas.openxmlformats.org/officeDocument/2006/relationships/image"/><Relationship Id="rId62" Target="../media/image168.png" Type="http://schemas.openxmlformats.org/officeDocument/2006/relationships/image"/><Relationship Id="rId63" Target="../media/image169.png" Type="http://schemas.openxmlformats.org/officeDocument/2006/relationships/image"/><Relationship Id="rId64" Target="../media/image170.png" Type="http://schemas.openxmlformats.org/officeDocument/2006/relationships/image"/><Relationship Id="rId65" Target="../media/image171.png" Type="http://schemas.openxmlformats.org/officeDocument/2006/relationships/image"/><Relationship Id="rId66" Target="../media/image172.png" Type="http://schemas.openxmlformats.org/officeDocument/2006/relationships/image"/><Relationship Id="rId67" Target="../media/image173.svg" Type="http://schemas.openxmlformats.org/officeDocument/2006/relationships/image"/><Relationship Id="rId68" Target="../media/image174.png" Type="http://schemas.openxmlformats.org/officeDocument/2006/relationships/image"/><Relationship Id="rId69" Target="../media/image175.png" Type="http://schemas.openxmlformats.org/officeDocument/2006/relationships/image"/><Relationship Id="rId7" Target="../media/image118.svg" Type="http://schemas.openxmlformats.org/officeDocument/2006/relationships/image"/><Relationship Id="rId70" Target="../media/image176.png" Type="http://schemas.openxmlformats.org/officeDocument/2006/relationships/image"/><Relationship Id="rId71" Target="../media/image177.png" Type="http://schemas.openxmlformats.org/officeDocument/2006/relationships/image"/><Relationship Id="rId72" Target="../media/image178.png" Type="http://schemas.openxmlformats.org/officeDocument/2006/relationships/image"/><Relationship Id="rId73" Target="../media/image80.svg" Type="http://schemas.openxmlformats.org/officeDocument/2006/relationships/image"/><Relationship Id="rId8" Target="../media/image119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82.png" Type="http://schemas.openxmlformats.org/officeDocument/2006/relationships/image"/><Relationship Id="rId12" Target="../media/image121.svg" Type="http://schemas.openxmlformats.org/officeDocument/2006/relationships/image"/><Relationship Id="rId13" Target="../media/image183.png" Type="http://schemas.openxmlformats.org/officeDocument/2006/relationships/image"/><Relationship Id="rId14" Target="../media/image78.svg" Type="http://schemas.openxmlformats.org/officeDocument/2006/relationships/image"/><Relationship Id="rId15" Target="../media/image79.png" Type="http://schemas.openxmlformats.org/officeDocument/2006/relationships/image"/><Relationship Id="rId16" Target="../media/image80.svg" Type="http://schemas.openxmlformats.org/officeDocument/2006/relationships/image"/><Relationship Id="rId17" Target="../media/image184.png" Type="http://schemas.openxmlformats.org/officeDocument/2006/relationships/image"/><Relationship Id="rId18" Target="../media/image185.png" Type="http://schemas.openxmlformats.org/officeDocument/2006/relationships/image"/><Relationship Id="rId19" Target="../media/image186.svg" Type="http://schemas.openxmlformats.org/officeDocument/2006/relationships/image"/><Relationship Id="rId2" Target="../media/image179.png" Type="http://schemas.openxmlformats.org/officeDocument/2006/relationships/image"/><Relationship Id="rId20" Target="../media/image75.png" Type="http://schemas.openxmlformats.org/officeDocument/2006/relationships/image"/><Relationship Id="rId21" Target="../media/image76.svg" Type="http://schemas.openxmlformats.org/officeDocument/2006/relationships/image"/><Relationship Id="rId22" Target="../media/image187.png" Type="http://schemas.openxmlformats.org/officeDocument/2006/relationships/image"/><Relationship Id="rId23" Target="../media/image188.png" Type="http://schemas.openxmlformats.org/officeDocument/2006/relationships/image"/><Relationship Id="rId24" Target="../media/image189.png" Type="http://schemas.openxmlformats.org/officeDocument/2006/relationships/image"/><Relationship Id="rId25" Target="../media/image190.png" Type="http://schemas.openxmlformats.org/officeDocument/2006/relationships/image"/><Relationship Id="rId26" Target="../media/image191.svg" Type="http://schemas.openxmlformats.org/officeDocument/2006/relationships/image"/><Relationship Id="rId27" Target="../media/image192.png" Type="http://schemas.openxmlformats.org/officeDocument/2006/relationships/image"/><Relationship Id="rId28" Target="../media/image193.png" Type="http://schemas.openxmlformats.org/officeDocument/2006/relationships/image"/><Relationship Id="rId29" Target="../media/image194.png" Type="http://schemas.openxmlformats.org/officeDocument/2006/relationships/image"/><Relationship Id="rId3" Target="../media/image180.svg" Type="http://schemas.openxmlformats.org/officeDocument/2006/relationships/image"/><Relationship Id="rId30" Target="../media/image195.png" Type="http://schemas.openxmlformats.org/officeDocument/2006/relationships/image"/><Relationship Id="rId31" Target="../media/image196.png" Type="http://schemas.openxmlformats.org/officeDocument/2006/relationships/image"/><Relationship Id="rId32" Target="../media/image197.png" Type="http://schemas.openxmlformats.org/officeDocument/2006/relationships/image"/><Relationship Id="rId33" Target="../media/image198.png" Type="http://schemas.openxmlformats.org/officeDocument/2006/relationships/image"/><Relationship Id="rId34" Target="../media/image199.png" Type="http://schemas.openxmlformats.org/officeDocument/2006/relationships/image"/><Relationship Id="rId35" Target="../media/image200.svg" Type="http://schemas.openxmlformats.org/officeDocument/2006/relationships/image"/><Relationship Id="rId36" Target="../media/image201.png" Type="http://schemas.openxmlformats.org/officeDocument/2006/relationships/image"/><Relationship Id="rId37" Target="../media/image202.svg" Type="http://schemas.openxmlformats.org/officeDocument/2006/relationships/image"/><Relationship Id="rId38" Target="../media/image203.png" Type="http://schemas.openxmlformats.org/officeDocument/2006/relationships/image"/><Relationship Id="rId39" Target="../media/image204.png" Type="http://schemas.openxmlformats.org/officeDocument/2006/relationships/image"/><Relationship Id="rId4" Target="../media/image181.png" Type="http://schemas.openxmlformats.org/officeDocument/2006/relationships/image"/><Relationship Id="rId40" Target="../media/image205.png" Type="http://schemas.openxmlformats.org/officeDocument/2006/relationships/image"/><Relationship Id="rId41" Target="../media/image206.png" Type="http://schemas.openxmlformats.org/officeDocument/2006/relationships/image"/><Relationship Id="rId42" Target="../media/image207.png" Type="http://schemas.openxmlformats.org/officeDocument/2006/relationships/image"/><Relationship Id="rId43" Target="../media/image208.svg" Type="http://schemas.openxmlformats.org/officeDocument/2006/relationships/image"/><Relationship Id="rId44" Target="../media/image209.png" Type="http://schemas.openxmlformats.org/officeDocument/2006/relationships/image"/><Relationship Id="rId45" Target="../media/image210.png" Type="http://schemas.openxmlformats.org/officeDocument/2006/relationships/image"/><Relationship Id="rId46" Target="../media/image211.png" Type="http://schemas.openxmlformats.org/officeDocument/2006/relationships/image"/><Relationship Id="rId47" Target="../media/image212.png" Type="http://schemas.openxmlformats.org/officeDocument/2006/relationships/image"/><Relationship Id="rId48" Target="../media/image213.png" Type="http://schemas.openxmlformats.org/officeDocument/2006/relationships/image"/><Relationship Id="rId49" Target="../media/image214.png" Type="http://schemas.openxmlformats.org/officeDocument/2006/relationships/image"/><Relationship Id="rId5" Target="../media/image118.svg" Type="http://schemas.openxmlformats.org/officeDocument/2006/relationships/image"/><Relationship Id="rId50" Target="../media/image215.png" Type="http://schemas.openxmlformats.org/officeDocument/2006/relationships/image"/><Relationship Id="rId51" Target="../media/image216.png" Type="http://schemas.openxmlformats.org/officeDocument/2006/relationships/image"/><Relationship Id="rId52" Target="../media/image217.svg" Type="http://schemas.openxmlformats.org/officeDocument/2006/relationships/image"/><Relationship Id="rId53" Target="../media/image218.png" Type="http://schemas.openxmlformats.org/officeDocument/2006/relationships/image"/><Relationship Id="rId54" Target="../media/image219.svg" Type="http://schemas.openxmlformats.org/officeDocument/2006/relationships/image"/><Relationship Id="rId55" Target="../media/image220.png" Type="http://schemas.openxmlformats.org/officeDocument/2006/relationships/image"/><Relationship Id="rId56" Target="../media/image221.png" Type="http://schemas.openxmlformats.org/officeDocument/2006/relationships/image"/><Relationship Id="rId57" Target="../media/image222.png" Type="http://schemas.openxmlformats.org/officeDocument/2006/relationships/image"/><Relationship Id="rId58" Target="../media/image223.png" Type="http://schemas.openxmlformats.org/officeDocument/2006/relationships/image"/><Relationship Id="rId59" Target="../media/image224.svg" Type="http://schemas.openxmlformats.org/officeDocument/2006/relationships/image"/><Relationship Id="rId6" Target="../media/image119.png" Type="http://schemas.openxmlformats.org/officeDocument/2006/relationships/image"/><Relationship Id="rId60" Target="../media/image225.pn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83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15" Target="../media/image230.png" Type="http://schemas.openxmlformats.org/officeDocument/2006/relationships/image"/><Relationship Id="rId16" Target="../media/image231.png" Type="http://schemas.openxmlformats.org/officeDocument/2006/relationships/image"/><Relationship Id="rId17" Target="../media/image232.svg" Type="http://schemas.openxmlformats.org/officeDocument/2006/relationships/image"/><Relationship Id="rId18" Target="../media/image75.png" Type="http://schemas.openxmlformats.org/officeDocument/2006/relationships/image"/><Relationship Id="rId19" Target="../media/image58.svg" Type="http://schemas.openxmlformats.org/officeDocument/2006/relationships/image"/><Relationship Id="rId2" Target="../media/image226.png" Type="http://schemas.openxmlformats.org/officeDocument/2006/relationships/image"/><Relationship Id="rId20" Target="../media/image233.png" Type="http://schemas.openxmlformats.org/officeDocument/2006/relationships/image"/><Relationship Id="rId21" Target="../media/image234.svg" Type="http://schemas.openxmlformats.org/officeDocument/2006/relationships/image"/><Relationship Id="rId22" Target="../media/image235.png" Type="http://schemas.openxmlformats.org/officeDocument/2006/relationships/image"/><Relationship Id="rId23" Target="../media/image236.svg" Type="http://schemas.openxmlformats.org/officeDocument/2006/relationships/image"/><Relationship Id="rId24" Target="../media/image237.png" Type="http://schemas.openxmlformats.org/officeDocument/2006/relationships/image"/><Relationship Id="rId25" Target="../media/image91.svg" Type="http://schemas.openxmlformats.org/officeDocument/2006/relationships/image"/><Relationship Id="rId26" Target="../media/image238.png" Type="http://schemas.openxmlformats.org/officeDocument/2006/relationships/image"/><Relationship Id="rId27" Target="../media/image239.png" Type="http://schemas.openxmlformats.org/officeDocument/2006/relationships/image"/><Relationship Id="rId28" Target="../media/image240.png" Type="http://schemas.openxmlformats.org/officeDocument/2006/relationships/image"/><Relationship Id="rId29" Target="../media/image241.png" Type="http://schemas.openxmlformats.org/officeDocument/2006/relationships/image"/><Relationship Id="rId3" Target="../media/image227.svg" Type="http://schemas.openxmlformats.org/officeDocument/2006/relationships/image"/><Relationship Id="rId30" Target="../media/image242.png" Type="http://schemas.openxmlformats.org/officeDocument/2006/relationships/image"/><Relationship Id="rId31" Target="../media/image243.svg" Type="http://schemas.openxmlformats.org/officeDocument/2006/relationships/image"/><Relationship Id="rId32" Target="../media/image244.png" Type="http://schemas.openxmlformats.org/officeDocument/2006/relationships/image"/><Relationship Id="rId33" Target="../media/image245.svg" Type="http://schemas.openxmlformats.org/officeDocument/2006/relationships/image"/><Relationship Id="rId34" Target="../media/image246.png" Type="http://schemas.openxmlformats.org/officeDocument/2006/relationships/image"/><Relationship Id="rId35" Target="../media/image247.png" Type="http://schemas.openxmlformats.org/officeDocument/2006/relationships/image"/><Relationship Id="rId36" Target="../media/image248.png" Type="http://schemas.openxmlformats.org/officeDocument/2006/relationships/image"/><Relationship Id="rId37" Target="../media/image249.png" Type="http://schemas.openxmlformats.org/officeDocument/2006/relationships/image"/><Relationship Id="rId38" Target="../media/image250.svg" Type="http://schemas.openxmlformats.org/officeDocument/2006/relationships/image"/><Relationship Id="rId39" Target="../media/image251.png" Type="http://schemas.openxmlformats.org/officeDocument/2006/relationships/image"/><Relationship Id="rId4" Target="../media/image228.png" Type="http://schemas.openxmlformats.org/officeDocument/2006/relationships/image"/><Relationship Id="rId40" Target="../media/image252.png" Type="http://schemas.openxmlformats.org/officeDocument/2006/relationships/image"/><Relationship Id="rId41" Target="../media/image253.png" Type="http://schemas.openxmlformats.org/officeDocument/2006/relationships/image"/><Relationship Id="rId42" Target="../media/image254.svg" Type="http://schemas.openxmlformats.org/officeDocument/2006/relationships/image"/><Relationship Id="rId43" Target="../media/image255.svg" Type="http://schemas.openxmlformats.org/officeDocument/2006/relationships/image"/><Relationship Id="rId44" Target="../media/image256.png" Type="http://schemas.openxmlformats.org/officeDocument/2006/relationships/image"/><Relationship Id="rId45" Target="../media/image257.png" Type="http://schemas.openxmlformats.org/officeDocument/2006/relationships/image"/><Relationship Id="rId46" Target="../media/image258.png" Type="http://schemas.openxmlformats.org/officeDocument/2006/relationships/image"/><Relationship Id="rId47" Target="../media/image259.png" Type="http://schemas.openxmlformats.org/officeDocument/2006/relationships/image"/><Relationship Id="rId48" Target="../media/image260.png" Type="http://schemas.openxmlformats.org/officeDocument/2006/relationships/image"/><Relationship Id="rId49" Target="../media/image261.png" Type="http://schemas.openxmlformats.org/officeDocument/2006/relationships/image"/><Relationship Id="rId5" Target="../media/image180.svg" Type="http://schemas.openxmlformats.org/officeDocument/2006/relationships/image"/><Relationship Id="rId50" Target="../media/image262.png" Type="http://schemas.openxmlformats.org/officeDocument/2006/relationships/image"/><Relationship Id="rId51" Target="../media/image263.svg" Type="http://schemas.openxmlformats.org/officeDocument/2006/relationships/image"/><Relationship Id="rId52" Target="../media/image264.png" Type="http://schemas.openxmlformats.org/officeDocument/2006/relationships/image"/><Relationship Id="rId53" Target="../media/image265.png" Type="http://schemas.openxmlformats.org/officeDocument/2006/relationships/image"/><Relationship Id="rId54" Target="../media/image266.png" Type="http://schemas.openxmlformats.org/officeDocument/2006/relationships/image"/><Relationship Id="rId55" Target="../media/image267.svg" Type="http://schemas.openxmlformats.org/officeDocument/2006/relationships/image"/><Relationship Id="rId56" Target="../media/image268.png" Type="http://schemas.openxmlformats.org/officeDocument/2006/relationships/image"/><Relationship Id="rId57" Target="../media/image269.png" Type="http://schemas.openxmlformats.org/officeDocument/2006/relationships/image"/><Relationship Id="rId58" Target="../media/image270.png" Type="http://schemas.openxmlformats.org/officeDocument/2006/relationships/image"/><Relationship Id="rId59" Target="../media/image271.svg" Type="http://schemas.openxmlformats.org/officeDocument/2006/relationships/image"/><Relationship Id="rId6" Target="../media/image119.png" Type="http://schemas.openxmlformats.org/officeDocument/2006/relationships/image"/><Relationship Id="rId60" Target="../media/image272.png" Type="http://schemas.openxmlformats.org/officeDocument/2006/relationships/image"/><Relationship Id="rId61" Target="../media/image273.png" Type="http://schemas.openxmlformats.org/officeDocument/2006/relationships/image"/><Relationship Id="rId62" Target="../media/image274.png" Type="http://schemas.openxmlformats.org/officeDocument/2006/relationships/image"/><Relationship Id="rId63" Target="../media/image275.png" Type="http://schemas.openxmlformats.org/officeDocument/2006/relationships/image"/><Relationship Id="rId64" Target="../media/image276.png" Type="http://schemas.openxmlformats.org/officeDocument/2006/relationships/image"/><Relationship Id="rId65" Target="../media/image277.png" Type="http://schemas.openxmlformats.org/officeDocument/2006/relationships/image"/><Relationship Id="rId66" Target="../media/image278.svg" Type="http://schemas.openxmlformats.org/officeDocument/2006/relationships/image"/><Relationship Id="rId67" Target="../media/image279.png" Type="http://schemas.openxmlformats.org/officeDocument/2006/relationships/image"/><Relationship Id="rId7" Target="../media/image68.png" Type="http://schemas.openxmlformats.org/officeDocument/2006/relationships/image"/><Relationship Id="rId8" Target="../media/image22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9.svg" Type="http://schemas.openxmlformats.org/officeDocument/2006/relationships/image"/><Relationship Id="rId11" Target="../media/image70.png" Type="http://schemas.openxmlformats.org/officeDocument/2006/relationships/image"/><Relationship Id="rId12" Target="../media/image71.png" Type="http://schemas.openxmlformats.org/officeDocument/2006/relationships/image"/><Relationship Id="rId13" Target="../media/image285.png" Type="http://schemas.openxmlformats.org/officeDocument/2006/relationships/image"/><Relationship Id="rId14" Target="../media/image286.png" Type="http://schemas.openxmlformats.org/officeDocument/2006/relationships/image"/><Relationship Id="rId15" Target="../media/image287.svg" Type="http://schemas.openxmlformats.org/officeDocument/2006/relationships/image"/><Relationship Id="rId16" Target="../media/image75.png" Type="http://schemas.openxmlformats.org/officeDocument/2006/relationships/image"/><Relationship Id="rId17" Target="../media/image58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280.png" Type="http://schemas.openxmlformats.org/officeDocument/2006/relationships/image"/><Relationship Id="rId20" Target="../media/image183.png" Type="http://schemas.openxmlformats.org/officeDocument/2006/relationships/image"/><Relationship Id="rId21" Target="../media/image125.svg" Type="http://schemas.openxmlformats.org/officeDocument/2006/relationships/image"/><Relationship Id="rId22" Target="../media/image288.png" Type="http://schemas.openxmlformats.org/officeDocument/2006/relationships/image"/><Relationship Id="rId23" Target="../media/image289.png" Type="http://schemas.openxmlformats.org/officeDocument/2006/relationships/image"/><Relationship Id="rId24" Target="../media/image290.svg" Type="http://schemas.openxmlformats.org/officeDocument/2006/relationships/image"/><Relationship Id="rId25" Target="../media/image291.png" Type="http://schemas.openxmlformats.org/officeDocument/2006/relationships/image"/><Relationship Id="rId26" Target="../media/image292.svg" Type="http://schemas.openxmlformats.org/officeDocument/2006/relationships/image"/><Relationship Id="rId27" Target="../media/image293.png" Type="http://schemas.openxmlformats.org/officeDocument/2006/relationships/image"/><Relationship Id="rId28" Target="../media/image294.png" Type="http://schemas.openxmlformats.org/officeDocument/2006/relationships/image"/><Relationship Id="rId29" Target="../media/image295.png" Type="http://schemas.openxmlformats.org/officeDocument/2006/relationships/image"/><Relationship Id="rId3" Target="../media/image66.svg" Type="http://schemas.openxmlformats.org/officeDocument/2006/relationships/image"/><Relationship Id="rId30" Target="../media/image296.png" Type="http://schemas.openxmlformats.org/officeDocument/2006/relationships/image"/><Relationship Id="rId31" Target="../media/image297.svg" Type="http://schemas.openxmlformats.org/officeDocument/2006/relationships/image"/><Relationship Id="rId32" Target="../media/image298.png" Type="http://schemas.openxmlformats.org/officeDocument/2006/relationships/image"/><Relationship Id="rId33" Target="../media/image299.png" Type="http://schemas.openxmlformats.org/officeDocument/2006/relationships/image"/><Relationship Id="rId34" Target="../media/image300.png" Type="http://schemas.openxmlformats.org/officeDocument/2006/relationships/image"/><Relationship Id="rId35" Target="../media/image301.png" Type="http://schemas.openxmlformats.org/officeDocument/2006/relationships/image"/><Relationship Id="rId36" Target="../media/image302.png" Type="http://schemas.openxmlformats.org/officeDocument/2006/relationships/image"/><Relationship Id="rId37" Target="../media/image303.png" Type="http://schemas.openxmlformats.org/officeDocument/2006/relationships/image"/><Relationship Id="rId38" Target="../media/image304.png" Type="http://schemas.openxmlformats.org/officeDocument/2006/relationships/image"/><Relationship Id="rId39" Target="../media/image305.png" Type="http://schemas.openxmlformats.org/officeDocument/2006/relationships/image"/><Relationship Id="rId4" Target="../media/image281.png" Type="http://schemas.openxmlformats.org/officeDocument/2006/relationships/image"/><Relationship Id="rId40" Target="../media/image306.png" Type="http://schemas.openxmlformats.org/officeDocument/2006/relationships/image"/><Relationship Id="rId41" Target="../media/image307.png" Type="http://schemas.openxmlformats.org/officeDocument/2006/relationships/image"/><Relationship Id="rId42" Target="../media/image308.png" Type="http://schemas.openxmlformats.org/officeDocument/2006/relationships/image"/><Relationship Id="rId43" Target="../media/image309.png" Type="http://schemas.openxmlformats.org/officeDocument/2006/relationships/image"/><Relationship Id="rId44" Target="../media/image310.png" Type="http://schemas.openxmlformats.org/officeDocument/2006/relationships/image"/><Relationship Id="rId45" Target="../media/image311.svg" Type="http://schemas.openxmlformats.org/officeDocument/2006/relationships/image"/><Relationship Id="rId46" Target="../media/image312.png" Type="http://schemas.openxmlformats.org/officeDocument/2006/relationships/image"/><Relationship Id="rId47" Target="../media/image313.png" Type="http://schemas.openxmlformats.org/officeDocument/2006/relationships/image"/><Relationship Id="rId48" Target="../media/image314.png" Type="http://schemas.openxmlformats.org/officeDocument/2006/relationships/image"/><Relationship Id="rId49" Target="../media/image315.svg" Type="http://schemas.openxmlformats.org/officeDocument/2006/relationships/image"/><Relationship Id="rId5" Target="../media/image282.svg" Type="http://schemas.openxmlformats.org/officeDocument/2006/relationships/image"/><Relationship Id="rId50" Target="../media/image316.png" Type="http://schemas.openxmlformats.org/officeDocument/2006/relationships/image"/><Relationship Id="rId51" Target="../media/image317.png" Type="http://schemas.openxmlformats.org/officeDocument/2006/relationships/image"/><Relationship Id="rId52" Target="../media/image318.svg" Type="http://schemas.openxmlformats.org/officeDocument/2006/relationships/image"/><Relationship Id="rId53" Target="../media/image319.png" Type="http://schemas.openxmlformats.org/officeDocument/2006/relationships/image"/><Relationship Id="rId54" Target="../media/image320.png" Type="http://schemas.openxmlformats.org/officeDocument/2006/relationships/image"/><Relationship Id="rId55" Target="../media/image321.svg" Type="http://schemas.openxmlformats.org/officeDocument/2006/relationships/image"/><Relationship Id="rId56" Target="../media/image322.png" Type="http://schemas.openxmlformats.org/officeDocument/2006/relationships/image"/><Relationship Id="rId57" Target="../media/image323.png" Type="http://schemas.openxmlformats.org/officeDocument/2006/relationships/image"/><Relationship Id="rId58" Target="../media/image324.png" Type="http://schemas.openxmlformats.org/officeDocument/2006/relationships/image"/><Relationship Id="rId59" Target="../media/image325.png" Type="http://schemas.openxmlformats.org/officeDocument/2006/relationships/image"/><Relationship Id="rId6" Target="../media/image283.png" Type="http://schemas.openxmlformats.org/officeDocument/2006/relationships/image"/><Relationship Id="rId60" Target="../media/image326.png" Type="http://schemas.openxmlformats.org/officeDocument/2006/relationships/image"/><Relationship Id="rId61" Target="../media/image276.png" Type="http://schemas.openxmlformats.org/officeDocument/2006/relationships/image"/><Relationship Id="rId62" Target="../media/image327.png" Type="http://schemas.openxmlformats.org/officeDocument/2006/relationships/image"/><Relationship Id="rId63" Target="../media/image328.svg" Type="http://schemas.openxmlformats.org/officeDocument/2006/relationships/image"/><Relationship Id="rId64" Target="../media/image277.png" Type="http://schemas.openxmlformats.org/officeDocument/2006/relationships/image"/><Relationship Id="rId65" Target="../media/image278.svg" Type="http://schemas.openxmlformats.org/officeDocument/2006/relationships/image"/><Relationship Id="rId66" Target="../media/image279.png" Type="http://schemas.openxmlformats.org/officeDocument/2006/relationships/image"/><Relationship Id="rId7" Target="../media/image284.svg" Type="http://schemas.openxmlformats.org/officeDocument/2006/relationships/image"/><Relationship Id="rId8" Target="../media/image67.pn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331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15" Target="../media/image332.png" Type="http://schemas.openxmlformats.org/officeDocument/2006/relationships/image"/><Relationship Id="rId16" Target="../media/image333.png" Type="http://schemas.openxmlformats.org/officeDocument/2006/relationships/image"/><Relationship Id="rId17" Target="../media/image334.svg" Type="http://schemas.openxmlformats.org/officeDocument/2006/relationships/image"/><Relationship Id="rId18" Target="../media/image130.png" Type="http://schemas.openxmlformats.org/officeDocument/2006/relationships/image"/><Relationship Id="rId19" Target="../media/image76.svg" Type="http://schemas.openxmlformats.org/officeDocument/2006/relationships/image"/><Relationship Id="rId2" Target="../media/image329.png" Type="http://schemas.openxmlformats.org/officeDocument/2006/relationships/image"/><Relationship Id="rId20" Target="../media/image335.png" Type="http://schemas.openxmlformats.org/officeDocument/2006/relationships/image"/><Relationship Id="rId21" Target="../media/image234.svg" Type="http://schemas.openxmlformats.org/officeDocument/2006/relationships/image"/><Relationship Id="rId22" Target="../media/image336.png" Type="http://schemas.openxmlformats.org/officeDocument/2006/relationships/image"/><Relationship Id="rId23" Target="../media/image337.png" Type="http://schemas.openxmlformats.org/officeDocument/2006/relationships/image"/><Relationship Id="rId24" Target="../media/image338.svg" Type="http://schemas.openxmlformats.org/officeDocument/2006/relationships/image"/><Relationship Id="rId25" Target="../media/image90.png" Type="http://schemas.openxmlformats.org/officeDocument/2006/relationships/image"/><Relationship Id="rId26" Target="../media/image91.svg" Type="http://schemas.openxmlformats.org/officeDocument/2006/relationships/image"/><Relationship Id="rId27" Target="../media/image100.png" Type="http://schemas.openxmlformats.org/officeDocument/2006/relationships/image"/><Relationship Id="rId28" Target="../media/image339.png" Type="http://schemas.openxmlformats.org/officeDocument/2006/relationships/image"/><Relationship Id="rId29" Target="../media/image340.png" Type="http://schemas.openxmlformats.org/officeDocument/2006/relationships/image"/><Relationship Id="rId3" Target="../media/image227.svg" Type="http://schemas.openxmlformats.org/officeDocument/2006/relationships/image"/><Relationship Id="rId30" Target="../media/image341.png" Type="http://schemas.openxmlformats.org/officeDocument/2006/relationships/image"/><Relationship Id="rId31" Target="../media/image342.png" Type="http://schemas.openxmlformats.org/officeDocument/2006/relationships/image"/><Relationship Id="rId32" Target="../media/image343.png" Type="http://schemas.openxmlformats.org/officeDocument/2006/relationships/image"/><Relationship Id="rId33" Target="../media/image344.svg" Type="http://schemas.openxmlformats.org/officeDocument/2006/relationships/image"/><Relationship Id="rId34" Target="../media/image345.png" Type="http://schemas.openxmlformats.org/officeDocument/2006/relationships/image"/><Relationship Id="rId35" Target="../media/image99.svg" Type="http://schemas.openxmlformats.org/officeDocument/2006/relationships/image"/><Relationship Id="rId36" Target="../media/image92.png" Type="http://schemas.openxmlformats.org/officeDocument/2006/relationships/image"/><Relationship Id="rId37" Target="../media/image346.png" Type="http://schemas.openxmlformats.org/officeDocument/2006/relationships/image"/><Relationship Id="rId38" Target="../media/image347.png" Type="http://schemas.openxmlformats.org/officeDocument/2006/relationships/image"/><Relationship Id="rId39" Target="../media/image348.png" Type="http://schemas.openxmlformats.org/officeDocument/2006/relationships/image"/><Relationship Id="rId4" Target="../media/image330.png" Type="http://schemas.openxmlformats.org/officeDocument/2006/relationships/image"/><Relationship Id="rId40" Target="../media/image349.png" Type="http://schemas.openxmlformats.org/officeDocument/2006/relationships/image"/><Relationship Id="rId41" Target="../media/image350.svg" Type="http://schemas.openxmlformats.org/officeDocument/2006/relationships/image"/><Relationship Id="rId42" Target="../media/image351.png" Type="http://schemas.openxmlformats.org/officeDocument/2006/relationships/image"/><Relationship Id="rId43" Target="../media/image352.png" Type="http://schemas.openxmlformats.org/officeDocument/2006/relationships/image"/><Relationship Id="rId44" Target="../media/image353.png" Type="http://schemas.openxmlformats.org/officeDocument/2006/relationships/image"/><Relationship Id="rId45" Target="../media/image354.png" Type="http://schemas.openxmlformats.org/officeDocument/2006/relationships/image"/><Relationship Id="rId46" Target="../media/image355.svg" Type="http://schemas.openxmlformats.org/officeDocument/2006/relationships/image"/><Relationship Id="rId47" Target="../media/image356.png" Type="http://schemas.openxmlformats.org/officeDocument/2006/relationships/image"/><Relationship Id="rId48" Target="../media/image357.png" Type="http://schemas.openxmlformats.org/officeDocument/2006/relationships/image"/><Relationship Id="rId49" Target="../media/image358.png" Type="http://schemas.openxmlformats.org/officeDocument/2006/relationships/image"/><Relationship Id="rId5" Target="../media/image180.svg" Type="http://schemas.openxmlformats.org/officeDocument/2006/relationships/image"/><Relationship Id="rId50" Target="../media/image359.png" Type="http://schemas.openxmlformats.org/officeDocument/2006/relationships/image"/><Relationship Id="rId51" Target="../media/image360.png" Type="http://schemas.openxmlformats.org/officeDocument/2006/relationships/image"/><Relationship Id="rId52" Target="../media/image361.png" Type="http://schemas.openxmlformats.org/officeDocument/2006/relationships/image"/><Relationship Id="rId53" Target="../media/image362.png" Type="http://schemas.openxmlformats.org/officeDocument/2006/relationships/image"/><Relationship Id="rId54" Target="../media/image363.svg" Type="http://schemas.openxmlformats.org/officeDocument/2006/relationships/image"/><Relationship Id="rId55" Target="../media/image364.png" Type="http://schemas.openxmlformats.org/officeDocument/2006/relationships/image"/><Relationship Id="rId56" Target="../media/image365.png" Type="http://schemas.openxmlformats.org/officeDocument/2006/relationships/image"/><Relationship Id="rId57" Target="../media/image366.png" Type="http://schemas.openxmlformats.org/officeDocument/2006/relationships/image"/><Relationship Id="rId58" Target="../media/image367.png" Type="http://schemas.openxmlformats.org/officeDocument/2006/relationships/image"/><Relationship Id="rId59" Target="../media/image368.svg" Type="http://schemas.openxmlformats.org/officeDocument/2006/relationships/image"/><Relationship Id="rId6" Target="../media/image119.png" Type="http://schemas.openxmlformats.org/officeDocument/2006/relationships/image"/><Relationship Id="rId60" Target="../media/image276.png" Type="http://schemas.openxmlformats.org/officeDocument/2006/relationships/image"/><Relationship Id="rId61" Target="../media/image279.png" Type="http://schemas.openxmlformats.org/officeDocument/2006/relationships/image"/><Relationship Id="rId7" Target="../media/image68.png" Type="http://schemas.openxmlformats.org/officeDocument/2006/relationships/image"/><Relationship Id="rId8" Target="../media/image22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83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15" Target="../media/image371.png" Type="http://schemas.openxmlformats.org/officeDocument/2006/relationships/image"/><Relationship Id="rId16" Target="../media/image372.png" Type="http://schemas.openxmlformats.org/officeDocument/2006/relationships/image"/><Relationship Id="rId17" Target="../media/image373.svg" Type="http://schemas.openxmlformats.org/officeDocument/2006/relationships/image"/><Relationship Id="rId18" Target="../media/image75.png" Type="http://schemas.openxmlformats.org/officeDocument/2006/relationships/image"/><Relationship Id="rId19" Target="../media/image76.svg" Type="http://schemas.openxmlformats.org/officeDocument/2006/relationships/image"/><Relationship Id="rId2" Target="../media/image369.png" Type="http://schemas.openxmlformats.org/officeDocument/2006/relationships/image"/><Relationship Id="rId20" Target="../media/image374.png" Type="http://schemas.openxmlformats.org/officeDocument/2006/relationships/image"/><Relationship Id="rId21" Target="../media/image234.svg" Type="http://schemas.openxmlformats.org/officeDocument/2006/relationships/image"/><Relationship Id="rId22" Target="../media/image276.png" Type="http://schemas.openxmlformats.org/officeDocument/2006/relationships/image"/><Relationship Id="rId23" Target="../media/image375.png" Type="http://schemas.openxmlformats.org/officeDocument/2006/relationships/image"/><Relationship Id="rId24" Target="../media/image376.svg" Type="http://schemas.openxmlformats.org/officeDocument/2006/relationships/image"/><Relationship Id="rId25" Target="../media/image377.png" Type="http://schemas.openxmlformats.org/officeDocument/2006/relationships/image"/><Relationship Id="rId26" Target="../media/image378.png" Type="http://schemas.openxmlformats.org/officeDocument/2006/relationships/image"/><Relationship Id="rId27" Target="../media/image379.png" Type="http://schemas.openxmlformats.org/officeDocument/2006/relationships/image"/><Relationship Id="rId28" Target="../media/image380.svg" Type="http://schemas.openxmlformats.org/officeDocument/2006/relationships/image"/><Relationship Id="rId29" Target="../media/image381.png" Type="http://schemas.openxmlformats.org/officeDocument/2006/relationships/image"/><Relationship Id="rId3" Target="../media/image227.svg" Type="http://schemas.openxmlformats.org/officeDocument/2006/relationships/image"/><Relationship Id="rId30" Target="../media/image382.png" Type="http://schemas.openxmlformats.org/officeDocument/2006/relationships/image"/><Relationship Id="rId31" Target="../media/image383.png" Type="http://schemas.openxmlformats.org/officeDocument/2006/relationships/image"/><Relationship Id="rId32" Target="../media/image384.png" Type="http://schemas.openxmlformats.org/officeDocument/2006/relationships/image"/><Relationship Id="rId33" Target="../media/image385.svg" Type="http://schemas.openxmlformats.org/officeDocument/2006/relationships/image"/><Relationship Id="rId34" Target="../media/image386.png" Type="http://schemas.openxmlformats.org/officeDocument/2006/relationships/image"/><Relationship Id="rId35" Target="../media/image387.png" Type="http://schemas.openxmlformats.org/officeDocument/2006/relationships/image"/><Relationship Id="rId36" Target="../media/image388.png" Type="http://schemas.openxmlformats.org/officeDocument/2006/relationships/image"/><Relationship Id="rId37" Target="../media/image389.svg" Type="http://schemas.openxmlformats.org/officeDocument/2006/relationships/image"/><Relationship Id="rId38" Target="../media/image390.png" Type="http://schemas.openxmlformats.org/officeDocument/2006/relationships/image"/><Relationship Id="rId39" Target="../media/image391.png" Type="http://schemas.openxmlformats.org/officeDocument/2006/relationships/image"/><Relationship Id="rId4" Target="../media/image370.png" Type="http://schemas.openxmlformats.org/officeDocument/2006/relationships/image"/><Relationship Id="rId40" Target="../media/image392.png" Type="http://schemas.openxmlformats.org/officeDocument/2006/relationships/image"/><Relationship Id="rId41" Target="../media/image393.svg" Type="http://schemas.openxmlformats.org/officeDocument/2006/relationships/image"/><Relationship Id="rId42" Target="../media/image279.png" Type="http://schemas.openxmlformats.org/officeDocument/2006/relationships/image"/><Relationship Id="rId5" Target="../media/image180.svg" Type="http://schemas.openxmlformats.org/officeDocument/2006/relationships/image"/><Relationship Id="rId6" Target="../media/image119.png" Type="http://schemas.openxmlformats.org/officeDocument/2006/relationships/image"/><Relationship Id="rId7" Target="../media/image68.png" Type="http://schemas.openxmlformats.org/officeDocument/2006/relationships/image"/><Relationship Id="rId8" Target="../media/image22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183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15" Target="../media/image395.png" Type="http://schemas.openxmlformats.org/officeDocument/2006/relationships/image"/><Relationship Id="rId16" Target="../media/image333.png" Type="http://schemas.openxmlformats.org/officeDocument/2006/relationships/image"/><Relationship Id="rId17" Target="../media/image334.svg" Type="http://schemas.openxmlformats.org/officeDocument/2006/relationships/image"/><Relationship Id="rId18" Target="../media/image130.png" Type="http://schemas.openxmlformats.org/officeDocument/2006/relationships/image"/><Relationship Id="rId19" Target="../media/image76.svg" Type="http://schemas.openxmlformats.org/officeDocument/2006/relationships/image"/><Relationship Id="rId2" Target="../media/image374.png" Type="http://schemas.openxmlformats.org/officeDocument/2006/relationships/image"/><Relationship Id="rId20" Target="../media/image396.png" Type="http://schemas.openxmlformats.org/officeDocument/2006/relationships/image"/><Relationship Id="rId21" Target="../media/image234.svg" Type="http://schemas.openxmlformats.org/officeDocument/2006/relationships/image"/><Relationship Id="rId22" Target="../media/image276.png" Type="http://schemas.openxmlformats.org/officeDocument/2006/relationships/image"/><Relationship Id="rId23" Target="../media/image397.png" Type="http://schemas.openxmlformats.org/officeDocument/2006/relationships/image"/><Relationship Id="rId24" Target="../media/image398.png" Type="http://schemas.openxmlformats.org/officeDocument/2006/relationships/image"/><Relationship Id="rId25" Target="../media/image399.png" Type="http://schemas.openxmlformats.org/officeDocument/2006/relationships/image"/><Relationship Id="rId26" Target="../media/image400.svg" Type="http://schemas.openxmlformats.org/officeDocument/2006/relationships/image"/><Relationship Id="rId27" Target="../media/image401.png" Type="http://schemas.openxmlformats.org/officeDocument/2006/relationships/image"/><Relationship Id="rId28" Target="../media/image402.png" Type="http://schemas.openxmlformats.org/officeDocument/2006/relationships/image"/><Relationship Id="rId29" Target="../media/image403.png" Type="http://schemas.openxmlformats.org/officeDocument/2006/relationships/image"/><Relationship Id="rId3" Target="../media/image227.svg" Type="http://schemas.openxmlformats.org/officeDocument/2006/relationships/image"/><Relationship Id="rId30" Target="../media/image404.svg" Type="http://schemas.openxmlformats.org/officeDocument/2006/relationships/image"/><Relationship Id="rId31" Target="../media/image405.png" Type="http://schemas.openxmlformats.org/officeDocument/2006/relationships/image"/><Relationship Id="rId32" Target="../media/image406.png" Type="http://schemas.openxmlformats.org/officeDocument/2006/relationships/image"/><Relationship Id="rId33" Target="../media/image407.png" Type="http://schemas.openxmlformats.org/officeDocument/2006/relationships/image"/><Relationship Id="rId34" Target="../media/image408.png" Type="http://schemas.openxmlformats.org/officeDocument/2006/relationships/image"/><Relationship Id="rId35" Target="../media/image409.svg" Type="http://schemas.openxmlformats.org/officeDocument/2006/relationships/image"/><Relationship Id="rId36" Target="../media/image410.png" Type="http://schemas.openxmlformats.org/officeDocument/2006/relationships/image"/><Relationship Id="rId37" Target="../media/image411.png" Type="http://schemas.openxmlformats.org/officeDocument/2006/relationships/image"/><Relationship Id="rId38" Target="../media/image412.svg" Type="http://schemas.openxmlformats.org/officeDocument/2006/relationships/image"/><Relationship Id="rId39" Target="../media/image413.png" Type="http://schemas.openxmlformats.org/officeDocument/2006/relationships/image"/><Relationship Id="rId4" Target="../media/image394.png" Type="http://schemas.openxmlformats.org/officeDocument/2006/relationships/image"/><Relationship Id="rId40" Target="../media/image414.png" Type="http://schemas.openxmlformats.org/officeDocument/2006/relationships/image"/><Relationship Id="rId41" Target="../media/image415.png" Type="http://schemas.openxmlformats.org/officeDocument/2006/relationships/image"/><Relationship Id="rId42" Target="../media/image416.svg" Type="http://schemas.openxmlformats.org/officeDocument/2006/relationships/image"/><Relationship Id="rId43" Target="../media/image279.png" Type="http://schemas.openxmlformats.org/officeDocument/2006/relationships/image"/><Relationship Id="rId5" Target="../media/image180.svg" Type="http://schemas.openxmlformats.org/officeDocument/2006/relationships/image"/><Relationship Id="rId6" Target="../media/image119.png" Type="http://schemas.openxmlformats.org/officeDocument/2006/relationships/image"/><Relationship Id="rId7" Target="../media/image68.png" Type="http://schemas.openxmlformats.org/officeDocument/2006/relationships/image"/><Relationship Id="rId8" Target="../media/image22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418.png" Type="http://schemas.openxmlformats.org/officeDocument/2006/relationships/image"/><Relationship Id="rId12" Target="../media/image78.svg" Type="http://schemas.openxmlformats.org/officeDocument/2006/relationships/image"/><Relationship Id="rId13" Target="../media/image79.png" Type="http://schemas.openxmlformats.org/officeDocument/2006/relationships/image"/><Relationship Id="rId14" Target="../media/image80.svg" Type="http://schemas.openxmlformats.org/officeDocument/2006/relationships/image"/><Relationship Id="rId15" Target="../media/image419.png" Type="http://schemas.openxmlformats.org/officeDocument/2006/relationships/image"/><Relationship Id="rId16" Target="../media/image372.png" Type="http://schemas.openxmlformats.org/officeDocument/2006/relationships/image"/><Relationship Id="rId17" Target="../media/image373.svg" Type="http://schemas.openxmlformats.org/officeDocument/2006/relationships/image"/><Relationship Id="rId18" Target="../media/image130.png" Type="http://schemas.openxmlformats.org/officeDocument/2006/relationships/image"/><Relationship Id="rId19" Target="../media/image420.svg" Type="http://schemas.openxmlformats.org/officeDocument/2006/relationships/image"/><Relationship Id="rId2" Target="../media/image179.png" Type="http://schemas.openxmlformats.org/officeDocument/2006/relationships/image"/><Relationship Id="rId20" Target="../media/image421.png" Type="http://schemas.openxmlformats.org/officeDocument/2006/relationships/image"/><Relationship Id="rId21" Target="../media/image234.svg" Type="http://schemas.openxmlformats.org/officeDocument/2006/relationships/image"/><Relationship Id="rId22" Target="../media/image276.png" Type="http://schemas.openxmlformats.org/officeDocument/2006/relationships/image"/><Relationship Id="rId23" Target="../media/image422.png" Type="http://schemas.openxmlformats.org/officeDocument/2006/relationships/image"/><Relationship Id="rId24" Target="../media/image423.png" Type="http://schemas.openxmlformats.org/officeDocument/2006/relationships/image"/><Relationship Id="rId25" Target="../media/image424.svg" Type="http://schemas.openxmlformats.org/officeDocument/2006/relationships/image"/><Relationship Id="rId26" Target="../media/image425.png" Type="http://schemas.openxmlformats.org/officeDocument/2006/relationships/image"/><Relationship Id="rId27" Target="../media/image426.png" Type="http://schemas.openxmlformats.org/officeDocument/2006/relationships/image"/><Relationship Id="rId28" Target="../media/image427.svg" Type="http://schemas.openxmlformats.org/officeDocument/2006/relationships/image"/><Relationship Id="rId29" Target="../media/image428.png" Type="http://schemas.openxmlformats.org/officeDocument/2006/relationships/image"/><Relationship Id="rId3" Target="../media/image227.svg" Type="http://schemas.openxmlformats.org/officeDocument/2006/relationships/image"/><Relationship Id="rId30" Target="../media/image429.png" Type="http://schemas.openxmlformats.org/officeDocument/2006/relationships/image"/><Relationship Id="rId31" Target="../media/image430.png" Type="http://schemas.openxmlformats.org/officeDocument/2006/relationships/image"/><Relationship Id="rId32" Target="../media/image431.svg" Type="http://schemas.openxmlformats.org/officeDocument/2006/relationships/image"/><Relationship Id="rId33" Target="../media/image432.png" Type="http://schemas.openxmlformats.org/officeDocument/2006/relationships/image"/><Relationship Id="rId34" Target="../media/image433.svg" Type="http://schemas.openxmlformats.org/officeDocument/2006/relationships/image"/><Relationship Id="rId35" Target="../media/image434.png" Type="http://schemas.openxmlformats.org/officeDocument/2006/relationships/image"/><Relationship Id="rId36" Target="../media/image435.svg" Type="http://schemas.openxmlformats.org/officeDocument/2006/relationships/image"/><Relationship Id="rId37" Target="../media/image436.png" Type="http://schemas.openxmlformats.org/officeDocument/2006/relationships/image"/><Relationship Id="rId38" Target="../media/image437.svg" Type="http://schemas.openxmlformats.org/officeDocument/2006/relationships/image"/><Relationship Id="rId39" Target="../media/image438.png" Type="http://schemas.openxmlformats.org/officeDocument/2006/relationships/image"/><Relationship Id="rId4" Target="../media/image417.png" Type="http://schemas.openxmlformats.org/officeDocument/2006/relationships/image"/><Relationship Id="rId40" Target="../media/image439.svg" Type="http://schemas.openxmlformats.org/officeDocument/2006/relationships/image"/><Relationship Id="rId41" Target="../media/image440.png" Type="http://schemas.openxmlformats.org/officeDocument/2006/relationships/image"/><Relationship Id="rId42" Target="../media/image441.svg" Type="http://schemas.openxmlformats.org/officeDocument/2006/relationships/image"/><Relationship Id="rId43" Target="../media/image442.png" Type="http://schemas.openxmlformats.org/officeDocument/2006/relationships/image"/><Relationship Id="rId44" Target="../media/image443.png" Type="http://schemas.openxmlformats.org/officeDocument/2006/relationships/image"/><Relationship Id="rId45" Target="../media/image444.png" Type="http://schemas.openxmlformats.org/officeDocument/2006/relationships/image"/><Relationship Id="rId46" Target="../media/image445.png" Type="http://schemas.openxmlformats.org/officeDocument/2006/relationships/image"/><Relationship Id="rId47" Target="../media/image446.png" Type="http://schemas.openxmlformats.org/officeDocument/2006/relationships/image"/><Relationship Id="rId48" Target="../media/image447.svg" Type="http://schemas.openxmlformats.org/officeDocument/2006/relationships/image"/><Relationship Id="rId49" Target="../media/image448.png" Type="http://schemas.openxmlformats.org/officeDocument/2006/relationships/image"/><Relationship Id="rId5" Target="../media/image180.svg" Type="http://schemas.openxmlformats.org/officeDocument/2006/relationships/image"/><Relationship Id="rId50" Target="../media/image449.png" Type="http://schemas.openxmlformats.org/officeDocument/2006/relationships/image"/><Relationship Id="rId51" Target="../media/image450.png" Type="http://schemas.openxmlformats.org/officeDocument/2006/relationships/image"/><Relationship Id="rId52" Target="../media/image451.png" Type="http://schemas.openxmlformats.org/officeDocument/2006/relationships/image"/><Relationship Id="rId53" Target="../media/image452.png" Type="http://schemas.openxmlformats.org/officeDocument/2006/relationships/image"/><Relationship Id="rId54" Target="../media/image453.png" Type="http://schemas.openxmlformats.org/officeDocument/2006/relationships/image"/><Relationship Id="rId55" Target="../media/image454.png" Type="http://schemas.openxmlformats.org/officeDocument/2006/relationships/image"/><Relationship Id="rId56" Target="../media/image455.png" Type="http://schemas.openxmlformats.org/officeDocument/2006/relationships/image"/><Relationship Id="rId57" Target="../media/image456.png" Type="http://schemas.openxmlformats.org/officeDocument/2006/relationships/image"/><Relationship Id="rId58" Target="../media/image457.png" Type="http://schemas.openxmlformats.org/officeDocument/2006/relationships/image"/><Relationship Id="rId59" Target="../media/image458.png" Type="http://schemas.openxmlformats.org/officeDocument/2006/relationships/image"/><Relationship Id="rId6" Target="../media/image119.png" Type="http://schemas.openxmlformats.org/officeDocument/2006/relationships/image"/><Relationship Id="rId60" Target="../media/image459.png" Type="http://schemas.openxmlformats.org/officeDocument/2006/relationships/image"/><Relationship Id="rId61" Target="../media/image460.png" Type="http://schemas.openxmlformats.org/officeDocument/2006/relationships/image"/><Relationship Id="rId62" Target="../media/image461.png" Type="http://schemas.openxmlformats.org/officeDocument/2006/relationships/image"/><Relationship Id="rId63" Target="../media/image462.svg" Type="http://schemas.openxmlformats.org/officeDocument/2006/relationships/image"/><Relationship Id="rId64" Target="../media/image463.png" Type="http://schemas.openxmlformats.org/officeDocument/2006/relationships/image"/><Relationship Id="rId65" Target="../media/image464.png" Type="http://schemas.openxmlformats.org/officeDocument/2006/relationships/image"/><Relationship Id="rId66" Target="../media/image465.png" Type="http://schemas.openxmlformats.org/officeDocument/2006/relationships/image"/><Relationship Id="rId67" Target="../media/image466.png" Type="http://schemas.openxmlformats.org/officeDocument/2006/relationships/image"/><Relationship Id="rId68" Target="../media/image467.png" Type="http://schemas.openxmlformats.org/officeDocument/2006/relationships/image"/><Relationship Id="rId69" Target="../media/image468.png" Type="http://schemas.openxmlformats.org/officeDocument/2006/relationships/image"/><Relationship Id="rId7" Target="../media/image68.png" Type="http://schemas.openxmlformats.org/officeDocument/2006/relationships/image"/><Relationship Id="rId70" Target="../media/image469.png" Type="http://schemas.openxmlformats.org/officeDocument/2006/relationships/image"/><Relationship Id="rId71" Target="../media/image470.png" Type="http://schemas.openxmlformats.org/officeDocument/2006/relationships/image"/><Relationship Id="rId72" Target="../media/image471.png" Type="http://schemas.openxmlformats.org/officeDocument/2006/relationships/image"/><Relationship Id="rId73" Target="../media/image472.png" Type="http://schemas.openxmlformats.org/officeDocument/2006/relationships/image"/><Relationship Id="rId74" Target="../media/image473.png" Type="http://schemas.openxmlformats.org/officeDocument/2006/relationships/image"/><Relationship Id="rId8" Target="../media/image22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331.png" Type="http://schemas.openxmlformats.org/officeDocument/2006/relationships/image"/><Relationship Id="rId12" Target="../media/image78.svg" Type="http://schemas.openxmlformats.org/officeDocument/2006/relationships/image"/><Relationship Id="rId13" Target="../media/image476.png" Type="http://schemas.openxmlformats.org/officeDocument/2006/relationships/image"/><Relationship Id="rId14" Target="../media/image333.png" Type="http://schemas.openxmlformats.org/officeDocument/2006/relationships/image"/><Relationship Id="rId15" Target="../media/image334.svg" Type="http://schemas.openxmlformats.org/officeDocument/2006/relationships/image"/><Relationship Id="rId16" Target="../media/image130.png" Type="http://schemas.openxmlformats.org/officeDocument/2006/relationships/image"/><Relationship Id="rId17" Target="../media/image76.svg" Type="http://schemas.openxmlformats.org/officeDocument/2006/relationships/image"/><Relationship Id="rId18" Target="../media/image477.png" Type="http://schemas.openxmlformats.org/officeDocument/2006/relationships/image"/><Relationship Id="rId19" Target="../media/image234.svg" Type="http://schemas.openxmlformats.org/officeDocument/2006/relationships/image"/><Relationship Id="rId2" Target="../media/image474.png" Type="http://schemas.openxmlformats.org/officeDocument/2006/relationships/image"/><Relationship Id="rId20" Target="../media/image79.png" Type="http://schemas.openxmlformats.org/officeDocument/2006/relationships/image"/><Relationship Id="rId21" Target="../media/image80.svg" Type="http://schemas.openxmlformats.org/officeDocument/2006/relationships/image"/><Relationship Id="rId22" Target="../media/image478.png" Type="http://schemas.openxmlformats.org/officeDocument/2006/relationships/image"/><Relationship Id="rId23" Target="../media/image479.png" Type="http://schemas.openxmlformats.org/officeDocument/2006/relationships/image"/><Relationship Id="rId24" Target="../media/image480.svg" Type="http://schemas.openxmlformats.org/officeDocument/2006/relationships/image"/><Relationship Id="rId25" Target="../media/image481.png" Type="http://schemas.openxmlformats.org/officeDocument/2006/relationships/image"/><Relationship Id="rId26" Target="../media/image482.png" Type="http://schemas.openxmlformats.org/officeDocument/2006/relationships/image"/><Relationship Id="rId27" Target="../media/image483.png" Type="http://schemas.openxmlformats.org/officeDocument/2006/relationships/image"/><Relationship Id="rId28" Target="../media/image484.png" Type="http://schemas.openxmlformats.org/officeDocument/2006/relationships/image"/><Relationship Id="rId29" Target="../media/image485.png" Type="http://schemas.openxmlformats.org/officeDocument/2006/relationships/image"/><Relationship Id="rId3" Target="../media/image227.svg" Type="http://schemas.openxmlformats.org/officeDocument/2006/relationships/image"/><Relationship Id="rId30" Target="../media/image486.png" Type="http://schemas.openxmlformats.org/officeDocument/2006/relationships/image"/><Relationship Id="rId31" Target="../media/image487.png" Type="http://schemas.openxmlformats.org/officeDocument/2006/relationships/image"/><Relationship Id="rId32" Target="../media/image488.png" Type="http://schemas.openxmlformats.org/officeDocument/2006/relationships/image"/><Relationship Id="rId33" Target="../media/image489.png" Type="http://schemas.openxmlformats.org/officeDocument/2006/relationships/image"/><Relationship Id="rId34" Target="../media/image490.png" Type="http://schemas.openxmlformats.org/officeDocument/2006/relationships/image"/><Relationship Id="rId35" Target="../media/image491.png" Type="http://schemas.openxmlformats.org/officeDocument/2006/relationships/image"/><Relationship Id="rId36" Target="../media/image492.png" Type="http://schemas.openxmlformats.org/officeDocument/2006/relationships/image"/><Relationship Id="rId37" Target="../media/image493.png" Type="http://schemas.openxmlformats.org/officeDocument/2006/relationships/image"/><Relationship Id="rId38" Target="../media/image494.png" Type="http://schemas.openxmlformats.org/officeDocument/2006/relationships/image"/><Relationship Id="rId39" Target="../media/image495.png" Type="http://schemas.openxmlformats.org/officeDocument/2006/relationships/image"/><Relationship Id="rId4" Target="../media/image475.png" Type="http://schemas.openxmlformats.org/officeDocument/2006/relationships/image"/><Relationship Id="rId40" Target="../media/image496.png" Type="http://schemas.openxmlformats.org/officeDocument/2006/relationships/image"/><Relationship Id="rId41" Target="../media/image497.png" Type="http://schemas.openxmlformats.org/officeDocument/2006/relationships/image"/><Relationship Id="rId42" Target="../media/image498.png" Type="http://schemas.openxmlformats.org/officeDocument/2006/relationships/image"/><Relationship Id="rId43" Target="../media/image499.png" Type="http://schemas.openxmlformats.org/officeDocument/2006/relationships/image"/><Relationship Id="rId44" Target="../media/image500.png" Type="http://schemas.openxmlformats.org/officeDocument/2006/relationships/image"/><Relationship Id="rId45" Target="../media/image501.svg" Type="http://schemas.openxmlformats.org/officeDocument/2006/relationships/image"/><Relationship Id="rId46" Target="../media/image502.png" Type="http://schemas.openxmlformats.org/officeDocument/2006/relationships/image"/><Relationship Id="rId47" Target="../media/image503.svg" Type="http://schemas.openxmlformats.org/officeDocument/2006/relationships/image"/><Relationship Id="rId48" Target="../media/image504.png" Type="http://schemas.openxmlformats.org/officeDocument/2006/relationships/image"/><Relationship Id="rId49" Target="../media/image505.png" Type="http://schemas.openxmlformats.org/officeDocument/2006/relationships/image"/><Relationship Id="rId5" Target="../media/image180.svg" Type="http://schemas.openxmlformats.org/officeDocument/2006/relationships/image"/><Relationship Id="rId50" Target="../media/image506.png" Type="http://schemas.openxmlformats.org/officeDocument/2006/relationships/image"/><Relationship Id="rId51" Target="../media/image507.png" Type="http://schemas.openxmlformats.org/officeDocument/2006/relationships/image"/><Relationship Id="rId52" Target="../media/image508.png" Type="http://schemas.openxmlformats.org/officeDocument/2006/relationships/image"/><Relationship Id="rId53" Target="../media/image509.png" Type="http://schemas.openxmlformats.org/officeDocument/2006/relationships/image"/><Relationship Id="rId54" Target="../media/image510.png" Type="http://schemas.openxmlformats.org/officeDocument/2006/relationships/image"/><Relationship Id="rId55" Target="../media/image511.png" Type="http://schemas.openxmlformats.org/officeDocument/2006/relationships/image"/><Relationship Id="rId56" Target="../media/image512.png" Type="http://schemas.openxmlformats.org/officeDocument/2006/relationships/image"/><Relationship Id="rId57" Target="../media/image513.svg" Type="http://schemas.openxmlformats.org/officeDocument/2006/relationships/image"/><Relationship Id="rId58" Target="../media/image514.png" Type="http://schemas.openxmlformats.org/officeDocument/2006/relationships/image"/><Relationship Id="rId59" Target="../media/image515.png" Type="http://schemas.openxmlformats.org/officeDocument/2006/relationships/image"/><Relationship Id="rId6" Target="../media/image119.png" Type="http://schemas.openxmlformats.org/officeDocument/2006/relationships/image"/><Relationship Id="rId60" Target="../media/image516.png" Type="http://schemas.openxmlformats.org/officeDocument/2006/relationships/image"/><Relationship Id="rId61" Target="../media/image517.svg" Type="http://schemas.openxmlformats.org/officeDocument/2006/relationships/image"/><Relationship Id="rId62" Target="../media/image518.png" Type="http://schemas.openxmlformats.org/officeDocument/2006/relationships/image"/><Relationship Id="rId63" Target="../media/image519.svg" Type="http://schemas.openxmlformats.org/officeDocument/2006/relationships/image"/><Relationship Id="rId64" Target="../media/image520.png" Type="http://schemas.openxmlformats.org/officeDocument/2006/relationships/image"/><Relationship Id="rId65" Target="../media/image521.png" Type="http://schemas.openxmlformats.org/officeDocument/2006/relationships/image"/><Relationship Id="rId66" Target="../media/image522.png" Type="http://schemas.openxmlformats.org/officeDocument/2006/relationships/image"/><Relationship Id="rId67" Target="../media/image523.png" Type="http://schemas.openxmlformats.org/officeDocument/2006/relationships/image"/><Relationship Id="rId68" Target="../media/image524.png" Type="http://schemas.openxmlformats.org/officeDocument/2006/relationships/image"/><Relationship Id="rId69" Target="../media/image525.png" Type="http://schemas.openxmlformats.org/officeDocument/2006/relationships/image"/><Relationship Id="rId7" Target="../media/image68.png" Type="http://schemas.openxmlformats.org/officeDocument/2006/relationships/image"/><Relationship Id="rId70" Target="../media/image526.png" Type="http://schemas.openxmlformats.org/officeDocument/2006/relationships/image"/><Relationship Id="rId71" Target="../media/image527.png" Type="http://schemas.openxmlformats.org/officeDocument/2006/relationships/image"/><Relationship Id="rId72" Target="../media/image528.png" Type="http://schemas.openxmlformats.org/officeDocument/2006/relationships/image"/><Relationship Id="rId73" Target="../media/image529.png" Type="http://schemas.openxmlformats.org/officeDocument/2006/relationships/image"/><Relationship Id="rId74" Target="../media/image530.png" Type="http://schemas.openxmlformats.org/officeDocument/2006/relationships/image"/><Relationship Id="rId75" Target="../media/image531.png" Type="http://schemas.openxmlformats.org/officeDocument/2006/relationships/image"/><Relationship Id="rId76" Target="../media/image532.png" Type="http://schemas.openxmlformats.org/officeDocument/2006/relationships/image"/><Relationship Id="rId77" Target="../media/image533.png" Type="http://schemas.openxmlformats.org/officeDocument/2006/relationships/image"/><Relationship Id="rId78" Target="../media/image534.png" Type="http://schemas.openxmlformats.org/officeDocument/2006/relationships/image"/><Relationship Id="rId79" Target="../media/image535.png" Type="http://schemas.openxmlformats.org/officeDocument/2006/relationships/image"/><Relationship Id="rId8" Target="../media/image229.svg" Type="http://schemas.openxmlformats.org/officeDocument/2006/relationships/image"/><Relationship Id="rId80" Target="../media/image536.png" Type="http://schemas.openxmlformats.org/officeDocument/2006/relationships/image"/><Relationship Id="rId81" Target="../media/image537.svg" Type="http://schemas.openxmlformats.org/officeDocument/2006/relationships/image"/><Relationship Id="rId82" Target="../media/image538.png" Type="http://schemas.openxmlformats.org/officeDocument/2006/relationships/image"/><Relationship Id="rId83" Target="../media/image539.svg" Type="http://schemas.openxmlformats.org/officeDocument/2006/relationships/image"/><Relationship Id="rId84" Target="../media/image540.png" Type="http://schemas.openxmlformats.org/officeDocument/2006/relationships/image"/><Relationship Id="rId85" Target="../media/image541.png" Type="http://schemas.openxmlformats.org/officeDocument/2006/relationships/image"/><Relationship Id="rId86" Target="../media/image542.png" Type="http://schemas.openxmlformats.org/officeDocument/2006/relationships/image"/><Relationship Id="rId87" Target="../media/image543.png" Type="http://schemas.openxmlformats.org/officeDocument/2006/relationships/image"/><Relationship Id="rId88" Target="../media/image276.png" Type="http://schemas.openxmlformats.org/officeDocument/2006/relationships/image"/><Relationship Id="rId89" Target="../media/image544.png" Type="http://schemas.openxmlformats.org/officeDocument/2006/relationships/image"/><Relationship Id="rId9" Target="../media/image70.png" Type="http://schemas.openxmlformats.org/officeDocument/2006/relationships/image"/><Relationship Id="rId90" Target="../media/image416.svg" Type="http://schemas.openxmlformats.org/officeDocument/2006/relationships/image"/><Relationship Id="rId91" Target="../media/image27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3.svg" Type="http://schemas.openxmlformats.org/officeDocument/2006/relationships/image"/><Relationship Id="rId11" Target="../media/image554.png" Type="http://schemas.openxmlformats.org/officeDocument/2006/relationships/image"/><Relationship Id="rId12" Target="../media/image555.png" Type="http://schemas.openxmlformats.org/officeDocument/2006/relationships/image"/><Relationship Id="rId13" Target="../media/image556.png" Type="http://schemas.openxmlformats.org/officeDocument/2006/relationships/image"/><Relationship Id="rId14" Target="../media/image557.png" Type="http://schemas.openxmlformats.org/officeDocument/2006/relationships/image"/><Relationship Id="rId15" Target="../media/image558.svg" Type="http://schemas.openxmlformats.org/officeDocument/2006/relationships/image"/><Relationship Id="rId16" Target="../media/image559.png" Type="http://schemas.openxmlformats.org/officeDocument/2006/relationships/image"/><Relationship Id="rId17" Target="../media/image58.svg" Type="http://schemas.openxmlformats.org/officeDocument/2006/relationships/image"/><Relationship Id="rId18" Target="../media/image560.png" Type="http://schemas.openxmlformats.org/officeDocument/2006/relationships/image"/><Relationship Id="rId19" Target="../media/image561.png" Type="http://schemas.openxmlformats.org/officeDocument/2006/relationships/image"/><Relationship Id="rId2" Target="../media/image545.png" Type="http://schemas.openxmlformats.org/officeDocument/2006/relationships/image"/><Relationship Id="rId20" Target="../media/image183.png" Type="http://schemas.openxmlformats.org/officeDocument/2006/relationships/image"/><Relationship Id="rId21" Target="../media/image78.svg" Type="http://schemas.openxmlformats.org/officeDocument/2006/relationships/image"/><Relationship Id="rId22" Target="../media/image562.png" Type="http://schemas.openxmlformats.org/officeDocument/2006/relationships/image"/><Relationship Id="rId23" Target="../media/image79.png" Type="http://schemas.openxmlformats.org/officeDocument/2006/relationships/image"/><Relationship Id="rId24" Target="../media/image80.svg" Type="http://schemas.openxmlformats.org/officeDocument/2006/relationships/image"/><Relationship Id="rId25" Target="../media/image563.png" Type="http://schemas.openxmlformats.org/officeDocument/2006/relationships/image"/><Relationship Id="rId26" Target="../media/image564.svg" Type="http://schemas.openxmlformats.org/officeDocument/2006/relationships/image"/><Relationship Id="rId27" Target="../media/image565.png" Type="http://schemas.openxmlformats.org/officeDocument/2006/relationships/image"/><Relationship Id="rId28" Target="../media/image566.png" Type="http://schemas.openxmlformats.org/officeDocument/2006/relationships/image"/><Relationship Id="rId29" Target="../media/image567.png" Type="http://schemas.openxmlformats.org/officeDocument/2006/relationships/image"/><Relationship Id="rId3" Target="../media/image546.svg" Type="http://schemas.openxmlformats.org/officeDocument/2006/relationships/image"/><Relationship Id="rId30" Target="../media/image568.svg" Type="http://schemas.openxmlformats.org/officeDocument/2006/relationships/image"/><Relationship Id="rId31" Target="../media/image569.png" Type="http://schemas.openxmlformats.org/officeDocument/2006/relationships/image"/><Relationship Id="rId32" Target="../media/image570.svg" Type="http://schemas.openxmlformats.org/officeDocument/2006/relationships/image"/><Relationship Id="rId33" Target="../media/image571.png" Type="http://schemas.openxmlformats.org/officeDocument/2006/relationships/image"/><Relationship Id="rId34" Target="../media/image572.png" Type="http://schemas.openxmlformats.org/officeDocument/2006/relationships/image"/><Relationship Id="rId35" Target="../media/image573.png" Type="http://schemas.openxmlformats.org/officeDocument/2006/relationships/image"/><Relationship Id="rId36" Target="../media/image574.png" Type="http://schemas.openxmlformats.org/officeDocument/2006/relationships/image"/><Relationship Id="rId37" Target="../media/image575.svg" Type="http://schemas.openxmlformats.org/officeDocument/2006/relationships/image"/><Relationship Id="rId38" Target="../media/image576.png" Type="http://schemas.openxmlformats.org/officeDocument/2006/relationships/image"/><Relationship Id="rId39" Target="../media/image577.png" Type="http://schemas.openxmlformats.org/officeDocument/2006/relationships/image"/><Relationship Id="rId4" Target="../media/image547.png" Type="http://schemas.openxmlformats.org/officeDocument/2006/relationships/image"/><Relationship Id="rId40" Target="../media/image578.png" Type="http://schemas.openxmlformats.org/officeDocument/2006/relationships/image"/><Relationship Id="rId41" Target="../media/image579.png" Type="http://schemas.openxmlformats.org/officeDocument/2006/relationships/image"/><Relationship Id="rId42" Target="../media/image580.png" Type="http://schemas.openxmlformats.org/officeDocument/2006/relationships/image"/><Relationship Id="rId43" Target="../media/image581.png" Type="http://schemas.openxmlformats.org/officeDocument/2006/relationships/image"/><Relationship Id="rId44" Target="../media/image582.png" Type="http://schemas.openxmlformats.org/officeDocument/2006/relationships/image"/><Relationship Id="rId45" Target="../media/image583.png" Type="http://schemas.openxmlformats.org/officeDocument/2006/relationships/image"/><Relationship Id="rId46" Target="../media/image584.png" Type="http://schemas.openxmlformats.org/officeDocument/2006/relationships/image"/><Relationship Id="rId47" Target="../media/image585.png" Type="http://schemas.openxmlformats.org/officeDocument/2006/relationships/image"/><Relationship Id="rId48" Target="../media/image586.svg" Type="http://schemas.openxmlformats.org/officeDocument/2006/relationships/image"/><Relationship Id="rId49" Target="../media/image587.svg" Type="http://schemas.openxmlformats.org/officeDocument/2006/relationships/image"/><Relationship Id="rId5" Target="../media/image548.svg" Type="http://schemas.openxmlformats.org/officeDocument/2006/relationships/image"/><Relationship Id="rId6" Target="../media/image549.png" Type="http://schemas.openxmlformats.org/officeDocument/2006/relationships/image"/><Relationship Id="rId7" Target="../media/image550.png" Type="http://schemas.openxmlformats.org/officeDocument/2006/relationships/image"/><Relationship Id="rId8" Target="../media/image551.svg" Type="http://schemas.openxmlformats.org/officeDocument/2006/relationships/image"/><Relationship Id="rId9" Target="../media/image5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00" y="4775200"/>
            <a:ext cx="4089400" cy="408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955800" y="-1536700"/>
            <a:ext cx="3505200" cy="350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84200" y="-787400"/>
            <a:ext cx="2070100" cy="2070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356600" y="6604000"/>
            <a:ext cx="38608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721600" y="254000"/>
            <a:ext cx="1244600" cy="533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029700" y="177800"/>
            <a:ext cx="1117600" cy="59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400" y="88900"/>
            <a:ext cx="69088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210800" y="165100"/>
            <a:ext cx="1930400" cy="62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042400" y="4191000"/>
            <a:ext cx="4445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550400" y="4191000"/>
            <a:ext cx="4445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0071100" y="4191000"/>
            <a:ext cx="444500" cy="44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0579100" y="4191000"/>
            <a:ext cx="444500" cy="44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087100" y="4191000"/>
            <a:ext cx="444500" cy="44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1595100" y="4191000"/>
            <a:ext cx="444500" cy="44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9042400" y="4699000"/>
            <a:ext cx="4445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9550400" y="4699000"/>
            <a:ext cx="444500" cy="444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0071100" y="4699000"/>
            <a:ext cx="444500" cy="444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10579100" y="4699000"/>
            <a:ext cx="4445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1087100" y="4699000"/>
            <a:ext cx="444500" cy="444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1595100" y="4699000"/>
            <a:ext cx="444500" cy="444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042400" y="5207000"/>
            <a:ext cx="4445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550400" y="5207000"/>
            <a:ext cx="444500" cy="444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0071100" y="5207000"/>
            <a:ext cx="444500" cy="444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0579100" y="5207000"/>
            <a:ext cx="4445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11087100" y="5207000"/>
            <a:ext cx="444500" cy="444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11595100" y="5207000"/>
            <a:ext cx="444500" cy="444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067800" y="5676900"/>
            <a:ext cx="2946400" cy="254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44500" y="1612900"/>
            <a:ext cx="6819900" cy="254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508000" y="1866900"/>
            <a:ext cx="10363200" cy="1447800"/>
          </a:xfrm>
          <a:prstGeom prst="rect">
            <a:avLst/>
          </a:prstGeom>
          <a:effectLst>
            <a:outerShdw dir="2700000" dist="25400" blurRad="0">
              <a:srgbClr val="000000">
                <a:alpha val="40000"/>
              </a:srgbClr>
            </a:outerShdw>
          </a:effectLst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508000" y="3289300"/>
            <a:ext cx="6565900" cy="381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0">
            <a:off x="546100" y="3644900"/>
            <a:ext cx="2946400" cy="38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0">
            <a:off x="165100" y="5791200"/>
            <a:ext cx="1536700" cy="482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165100" y="5791200"/>
            <a:ext cx="1536700" cy="482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1663700" y="5791200"/>
            <a:ext cx="317500" cy="48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1955800" y="5791200"/>
            <a:ext cx="1536700" cy="482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955800" y="5791200"/>
            <a:ext cx="1536700" cy="482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467100" y="5791200"/>
            <a:ext cx="317500" cy="482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0">
            <a:off x="3759200" y="5791200"/>
            <a:ext cx="1536700" cy="482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3759200" y="5791200"/>
            <a:ext cx="1536700" cy="482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257800" y="5791200"/>
            <a:ext cx="317500" cy="482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5549900" y="5791200"/>
            <a:ext cx="1536700" cy="482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549900" y="5791200"/>
            <a:ext cx="1536700" cy="4826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7061200" y="5791200"/>
            <a:ext cx="317500" cy="482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7340600" y="5791200"/>
            <a:ext cx="1536700" cy="482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7340600" y="5791200"/>
            <a:ext cx="1536700" cy="4826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46100" y="3771900"/>
            <a:ext cx="5511800" cy="3175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46100" y="4102100"/>
            <a:ext cx="5511800" cy="2921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46100" y="4394200"/>
            <a:ext cx="5511800" cy="2921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rot="0">
            <a:off x="7988300" y="2908300"/>
            <a:ext cx="889000" cy="8890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178800" y="3111500"/>
            <a:ext cx="469900" cy="4699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 rot="10800000">
            <a:off x="7340600" y="1066800"/>
            <a:ext cx="444500" cy="825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663700" y="5207000"/>
            <a:ext cx="3505200" cy="3505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1214100" y="-889000"/>
            <a:ext cx="25019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807700" y="5130800"/>
            <a:ext cx="2286000" cy="2286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1041400" y="-2286000"/>
            <a:ext cx="3619500" cy="3619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350500" y="6540500"/>
            <a:ext cx="17653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317500" y="6680200"/>
            <a:ext cx="11785600" cy="38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17500" y="6540500"/>
            <a:ext cx="2057400" cy="17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334000" y="6540500"/>
            <a:ext cx="2070100" cy="177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1300" y="165100"/>
            <a:ext cx="45974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86000" y="1244600"/>
            <a:ext cx="75057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4711700" y="2540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6200000">
            <a:off x="11214100" y="1371600"/>
            <a:ext cx="1473200" cy="38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533400" y="1447800"/>
            <a:ext cx="11125200" cy="965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787400" y="1663700"/>
            <a:ext cx="482600" cy="482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901700" y="1778000"/>
            <a:ext cx="254000" cy="25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460500" y="1574800"/>
            <a:ext cx="3683000" cy="25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447800" y="1790700"/>
            <a:ext cx="9994900" cy="5334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698500" y="2590800"/>
            <a:ext cx="5181600" cy="2349500"/>
          </a:xfrm>
          <a:prstGeom prst="rect">
            <a:avLst/>
          </a:prstGeom>
          <a:effectLst>
            <a:outerShdw dir="5400000" dist="54293" blurRad="129397">
              <a:srgbClr val="0F1D30">
                <a:alpha val="10000"/>
              </a:srgbClr>
            </a:outerShdw>
          </a:effectLst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939800" y="2832100"/>
            <a:ext cx="4445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054100" y="2933700"/>
            <a:ext cx="241300" cy="24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511300" y="2806700"/>
            <a:ext cx="3225800" cy="241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511300" y="3035300"/>
            <a:ext cx="4140200" cy="317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77900" y="3505200"/>
            <a:ext cx="4648200" cy="1295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0">
            <a:off x="6311900" y="2590800"/>
            <a:ext cx="5181600" cy="2349500"/>
          </a:xfrm>
          <a:prstGeom prst="rect">
            <a:avLst/>
          </a:prstGeom>
          <a:effectLst>
            <a:outerShdw dir="5400000" dist="54293" blurRad="129397">
              <a:srgbClr val="0F1D30">
                <a:alpha val="10000"/>
              </a:srgbClr>
            </a:outerShdw>
          </a:effectLst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0">
            <a:off x="6578600" y="2832100"/>
            <a:ext cx="444500" cy="4445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667500" y="2933700"/>
            <a:ext cx="241300" cy="241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7137400" y="2806700"/>
            <a:ext cx="3314700" cy="241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7137400" y="3035300"/>
            <a:ext cx="4229100" cy="317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604000" y="3505200"/>
            <a:ext cx="4648200" cy="1028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6616700" y="4445000"/>
            <a:ext cx="4635500" cy="393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rot="0">
            <a:off x="533400" y="5092700"/>
            <a:ext cx="11125200" cy="1320800"/>
          </a:xfrm>
          <a:prstGeom prst="rect">
            <a:avLst/>
          </a:prstGeom>
          <a:effectLst>
            <a:outerShdw dir="5400000" dist="30333" blurRad="72295">
              <a:srgbClr val="0F1D30">
                <a:alpha val="1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50900" y="5270500"/>
            <a:ext cx="3683000" cy="2921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850900" y="5549900"/>
            <a:ext cx="7696200" cy="850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 rot="0">
            <a:off x="8724900" y="5308600"/>
            <a:ext cx="2768600" cy="3810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8724900" y="5308600"/>
            <a:ext cx="2768600" cy="381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rot="0">
            <a:off x="8724900" y="5765800"/>
            <a:ext cx="2768600" cy="3810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724900" y="5765800"/>
            <a:ext cx="27686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0807700" y="5130800"/>
            <a:ext cx="2286000" cy="228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663700" y="5207000"/>
            <a:ext cx="3505200" cy="3505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066800" y="-1066800"/>
            <a:ext cx="2133600" cy="2133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75900" y="6540500"/>
            <a:ext cx="17399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317500" y="6680200"/>
            <a:ext cx="11785600" cy="3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7500" y="6540500"/>
            <a:ext cx="20574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334000" y="6540500"/>
            <a:ext cx="2070100" cy="17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5676900" y="-1600200"/>
            <a:ext cx="2133600" cy="2133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11137900" y="863600"/>
            <a:ext cx="381000" cy="723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1734800" y="63500"/>
            <a:ext cx="406400" cy="41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10198100" y="266700"/>
            <a:ext cx="14732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27000" y="114300"/>
            <a:ext cx="4114800" cy="1130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-2247900" y="1206500"/>
            <a:ext cx="66548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4013200" y="241300"/>
            <a:ext cx="4445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5842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181100" y="1892300"/>
            <a:ext cx="520700" cy="5207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295400" y="2006600"/>
            <a:ext cx="279400" cy="279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647700" y="2476500"/>
            <a:ext cx="15621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47700" y="2870200"/>
            <a:ext cx="1562100" cy="711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812800" y="3644900"/>
            <a:ext cx="1257300" cy="38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723900" y="3784600"/>
            <a:ext cx="1435100" cy="19431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247900" y="3251200"/>
            <a:ext cx="228600" cy="419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24384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>
            <a:off x="3048000" y="1892300"/>
            <a:ext cx="520700" cy="5207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3162300" y="2006600"/>
            <a:ext cx="279400" cy="2794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514600" y="2476500"/>
            <a:ext cx="15621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2514600" y="2870200"/>
            <a:ext cx="1562100" cy="711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2667000" y="3644900"/>
            <a:ext cx="1257300" cy="3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2590800" y="3784600"/>
            <a:ext cx="1435100" cy="1943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4114800" y="3251200"/>
            <a:ext cx="228600" cy="419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43053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 rot="0">
            <a:off x="4902200" y="1892300"/>
            <a:ext cx="520700" cy="520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5029200" y="2006600"/>
            <a:ext cx="279400" cy="2794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4381500" y="2476500"/>
            <a:ext cx="15621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4381500" y="2870200"/>
            <a:ext cx="1562100" cy="711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4533900" y="3644900"/>
            <a:ext cx="1257300" cy="38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4445000" y="3784600"/>
            <a:ext cx="1435100" cy="1943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5981700" y="3251200"/>
            <a:ext cx="228600" cy="4191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61722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 rot="0">
            <a:off x="6769100" y="1892300"/>
            <a:ext cx="520700" cy="5207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6883400" y="2006600"/>
            <a:ext cx="279400" cy="279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248400" y="2476500"/>
            <a:ext cx="1562100" cy="4064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248400" y="2870200"/>
            <a:ext cx="1562100" cy="711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6400800" y="3644900"/>
            <a:ext cx="1257300" cy="381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311900" y="3784600"/>
            <a:ext cx="1435100" cy="19431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7848600" y="3251200"/>
            <a:ext cx="228600" cy="4191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80264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 rot="0">
            <a:off x="8623300" y="1892300"/>
            <a:ext cx="520700" cy="5207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750300" y="2006600"/>
            <a:ext cx="279400" cy="2794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102600" y="2476500"/>
            <a:ext cx="1562100" cy="4064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8102600" y="2870200"/>
            <a:ext cx="1562100" cy="7112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8255000" y="3644900"/>
            <a:ext cx="1257300" cy="381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8178800" y="3784600"/>
            <a:ext cx="1435100" cy="19431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9702800" y="3251200"/>
            <a:ext cx="228600" cy="4191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9893300" y="1689100"/>
            <a:ext cx="1714500" cy="3543300"/>
          </a:xfrm>
          <a:prstGeom prst="rect">
            <a:avLst/>
          </a:prstGeom>
          <a:effectLst>
            <a:outerShdw dir="5400000" dist="39565" blurRad="94298">
              <a:srgbClr val="0F1D30">
                <a:alpha val="10000"/>
              </a:srgbClr>
            </a:outerShdw>
          </a:effectLst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 rot="0">
            <a:off x="10477500" y="1892300"/>
            <a:ext cx="520700" cy="5207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0604500" y="2006600"/>
            <a:ext cx="279400" cy="2794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9956800" y="2476500"/>
            <a:ext cx="1562100" cy="4064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9956800" y="2870200"/>
            <a:ext cx="1562100" cy="7112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0121900" y="3644900"/>
            <a:ext cx="1257300" cy="381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0033000" y="3784600"/>
            <a:ext cx="1435100" cy="19431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533400" y="5575300"/>
            <a:ext cx="11112500" cy="3429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 rot="16200000">
            <a:off x="11214100" y="1371600"/>
            <a:ext cx="14732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01700" y="58801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066800" y="-1066800"/>
            <a:ext cx="2133600" cy="2133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5405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6802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5405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5405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5676900" y="-1600200"/>
            <a:ext cx="2133600" cy="213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7000" y="114300"/>
            <a:ext cx="6045200" cy="1130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-2247900" y="1231900"/>
            <a:ext cx="55753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0800000">
            <a:off x="2933700" y="254000"/>
            <a:ext cx="4445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46100" y="1346200"/>
            <a:ext cx="4597400" cy="279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3400" y="1638300"/>
            <a:ext cx="7670800" cy="218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8407400" y="1346200"/>
            <a:ext cx="3314700" cy="279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407400" y="1689100"/>
            <a:ext cx="3263900" cy="673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559800" y="1752600"/>
            <a:ext cx="3035300" cy="25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559800" y="2006600"/>
            <a:ext cx="3035300" cy="3302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407400" y="2438400"/>
            <a:ext cx="3263900" cy="673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559800" y="2514600"/>
            <a:ext cx="3035300" cy="254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559800" y="2768600"/>
            <a:ext cx="3035300" cy="330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407400" y="3200400"/>
            <a:ext cx="3263900" cy="673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559800" y="3276600"/>
            <a:ext cx="3035300" cy="254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559800" y="3530600"/>
            <a:ext cx="3035300" cy="33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46100" y="4064000"/>
            <a:ext cx="4597400" cy="279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723900" y="4432300"/>
            <a:ext cx="2501900" cy="977900"/>
          </a:xfrm>
          <a:prstGeom prst="rect">
            <a:avLst/>
          </a:prstGeom>
          <a:effectLst>
            <a:outerShdw dir="5400000" dist="22640" blurRad="53959">
              <a:srgbClr val="0F1D30">
                <a:alpha val="10000"/>
              </a:srgbClr>
            </a:outerShdw>
          </a:effectLst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901700" y="4648200"/>
            <a:ext cx="406400" cy="406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77900" y="4737100"/>
            <a:ext cx="215900" cy="215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397000" y="4572000"/>
            <a:ext cx="1701800" cy="406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397000" y="4953000"/>
            <a:ext cx="1701800" cy="292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225800" y="4432300"/>
            <a:ext cx="279400" cy="977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0">
            <a:off x="3467100" y="4432300"/>
            <a:ext cx="2501900" cy="977900"/>
          </a:xfrm>
          <a:prstGeom prst="rect">
            <a:avLst/>
          </a:prstGeom>
          <a:effectLst>
            <a:outerShdw dir="5400000" dist="22640" blurRad="53959">
              <a:srgbClr val="0F1D30">
                <a:alpha val="10000"/>
              </a:srgbClr>
            </a:outerShdw>
          </a:effectLst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3644900" y="4648200"/>
            <a:ext cx="4064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721100" y="4737100"/>
            <a:ext cx="215900" cy="215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4140200" y="4572000"/>
            <a:ext cx="1701800" cy="4064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140200" y="4953000"/>
            <a:ext cx="1701800" cy="29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5969000" y="4432300"/>
            <a:ext cx="279400" cy="977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0">
            <a:off x="6210300" y="4432300"/>
            <a:ext cx="2501900" cy="977900"/>
          </a:xfrm>
          <a:prstGeom prst="rect">
            <a:avLst/>
          </a:prstGeom>
          <a:effectLst>
            <a:outerShdw dir="5400000" dist="22640" blurRad="53959">
              <a:srgbClr val="0F1D30">
                <a:alpha val="10000"/>
              </a:srgbClr>
            </a:outerShdw>
          </a:effectLst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6388100" y="4648200"/>
            <a:ext cx="406400" cy="4064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464300" y="4737100"/>
            <a:ext cx="215900" cy="215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883400" y="4572000"/>
            <a:ext cx="1701800" cy="4064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6883400" y="4953000"/>
            <a:ext cx="1701800" cy="2921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712200" y="4432300"/>
            <a:ext cx="279400" cy="977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0">
            <a:off x="8953500" y="4432300"/>
            <a:ext cx="2501900" cy="977900"/>
          </a:xfrm>
          <a:prstGeom prst="rect">
            <a:avLst/>
          </a:prstGeom>
          <a:effectLst>
            <a:outerShdw dir="5400000" dist="22640" blurRad="53959">
              <a:srgbClr val="0F1D30">
                <a:alpha val="10000"/>
              </a:srgbClr>
            </a:outerShdw>
          </a:effectLst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 rot="0">
            <a:off x="9131300" y="4648200"/>
            <a:ext cx="406400" cy="4064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9207500" y="4737100"/>
            <a:ext cx="215900" cy="2159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9626600" y="4572000"/>
            <a:ext cx="1701800" cy="4064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9626600" y="4953000"/>
            <a:ext cx="1701800" cy="2921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 rot="0">
            <a:off x="546100" y="5613400"/>
            <a:ext cx="11112500" cy="635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181100" y="5613400"/>
            <a:ext cx="101981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9400" y="114300"/>
            <a:ext cx="99314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60600" y="1231900"/>
            <a:ext cx="90932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6388100" y="3302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546100" y="1485900"/>
            <a:ext cx="5092700" cy="4635500"/>
          </a:xfrm>
          <a:prstGeom prst="rect">
            <a:avLst/>
          </a:prstGeom>
          <a:effectLst>
            <a:outerShdw dir="5400000" dist="107046" blurRad="255127">
              <a:srgbClr val="0F1D30">
                <a:alpha val="10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787400" y="1714500"/>
            <a:ext cx="444500" cy="44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889000" y="1816100"/>
            <a:ext cx="241300" cy="241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384300" y="1752600"/>
            <a:ext cx="3683000" cy="35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5500" y="2197100"/>
            <a:ext cx="4508500" cy="711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825500" y="3048000"/>
            <a:ext cx="4521200" cy="1257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25500" y="4457700"/>
            <a:ext cx="4508500" cy="9779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1041400" y="4660900"/>
            <a:ext cx="381000" cy="381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117600" y="4737100"/>
            <a:ext cx="215900" cy="2159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524000" y="4381500"/>
            <a:ext cx="3721100" cy="1168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019800" y="1485900"/>
            <a:ext cx="5638800" cy="355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6032500" y="1917700"/>
            <a:ext cx="330200" cy="330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032500" y="1917700"/>
            <a:ext cx="330200" cy="330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477000" y="1905000"/>
            <a:ext cx="5181600" cy="3556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5400000">
            <a:off x="6108700" y="2298700"/>
            <a:ext cx="165100" cy="3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0">
            <a:off x="6032500" y="2374900"/>
            <a:ext cx="330200" cy="330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032500" y="2374900"/>
            <a:ext cx="330200" cy="330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6477000" y="2362200"/>
            <a:ext cx="5181600" cy="355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5400000">
            <a:off x="6108700" y="2755900"/>
            <a:ext cx="165100" cy="38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6032500" y="2832100"/>
            <a:ext cx="330200" cy="3302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6032500" y="2832100"/>
            <a:ext cx="330200" cy="330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6477000" y="2819400"/>
            <a:ext cx="5181600" cy="3556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5400000">
            <a:off x="6108700" y="3213100"/>
            <a:ext cx="165100" cy="38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6032500" y="3289300"/>
            <a:ext cx="330200" cy="330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032500" y="3289300"/>
            <a:ext cx="330200" cy="330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477000" y="3276600"/>
            <a:ext cx="5181600" cy="3556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5400000">
            <a:off x="6108700" y="3670300"/>
            <a:ext cx="165100" cy="381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 rot="0">
            <a:off x="6032500" y="3746500"/>
            <a:ext cx="330200" cy="3302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6032500" y="3746500"/>
            <a:ext cx="330200" cy="330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6477000" y="3733800"/>
            <a:ext cx="5181600" cy="3556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 rot="0">
            <a:off x="6032500" y="4368800"/>
            <a:ext cx="2692400" cy="10668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032500" y="4432300"/>
            <a:ext cx="2692400" cy="6350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032500" y="5054600"/>
            <a:ext cx="2692400" cy="2921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 rot="0">
            <a:off x="8953500" y="4368800"/>
            <a:ext cx="2692400" cy="10668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953500" y="4432300"/>
            <a:ext cx="2692400" cy="635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953500" y="5054600"/>
            <a:ext cx="2692400" cy="2921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6019800" y="5562600"/>
            <a:ext cx="5638800" cy="4826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7861300" y="266700"/>
            <a:ext cx="4064000" cy="16129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7353300" y="-88900"/>
            <a:ext cx="2768600" cy="749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 rot="0">
            <a:off x="8610600" y="1625600"/>
            <a:ext cx="2705100" cy="215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900000">
            <a:off x="8267700" y="1435100"/>
            <a:ext cx="5715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943100" y="-2425700"/>
            <a:ext cx="3619500" cy="3619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236200" y="-2654300"/>
            <a:ext cx="4216400" cy="4216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3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0312400" y="-2590800"/>
            <a:ext cx="4216400" cy="4216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350500" y="6616700"/>
            <a:ext cx="1765300" cy="17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317500" y="6756400"/>
            <a:ext cx="11785600" cy="38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17500" y="6616700"/>
            <a:ext cx="20574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334000" y="6616700"/>
            <a:ext cx="2070100" cy="177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9400" y="127000"/>
            <a:ext cx="6959600" cy="113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-2247900" y="1295400"/>
            <a:ext cx="91186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6489700" y="355600"/>
            <a:ext cx="4445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6200000">
            <a:off x="11049000" y="1358900"/>
            <a:ext cx="14732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1544300" y="190500"/>
            <a:ext cx="406400" cy="419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994900" y="3937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3400" y="1676400"/>
            <a:ext cx="11112500" cy="317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08000" y="2057400"/>
            <a:ext cx="3543300" cy="1905000"/>
          </a:xfrm>
          <a:prstGeom prst="rect">
            <a:avLst/>
          </a:prstGeom>
          <a:effectLst>
            <a:outerShdw dir="5400000" dist="43962" blurRad="104775">
              <a:srgbClr val="0F1D30">
                <a:alpha val="10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723900" y="2260600"/>
            <a:ext cx="444500" cy="444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38200" y="2362200"/>
            <a:ext cx="241300" cy="254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295400" y="2273300"/>
            <a:ext cx="26289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762000" y="2819400"/>
            <a:ext cx="30353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762000" y="3175000"/>
            <a:ext cx="3035300" cy="38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62000" y="3251200"/>
            <a:ext cx="30353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762000" y="3416300"/>
            <a:ext cx="3035300" cy="279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4318000" y="2057400"/>
            <a:ext cx="3543300" cy="1905000"/>
          </a:xfrm>
          <a:prstGeom prst="rect">
            <a:avLst/>
          </a:prstGeom>
          <a:effectLst>
            <a:outerShdw dir="5400000" dist="43962" blurRad="104775">
              <a:srgbClr val="0F1D30">
                <a:alpha val="10000"/>
              </a:srgbClr>
            </a:outerShdw>
          </a:effectLst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4533900" y="2260600"/>
            <a:ext cx="4445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4648200" y="2362200"/>
            <a:ext cx="241300" cy="2540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5105400" y="2273300"/>
            <a:ext cx="2628900" cy="406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572000" y="2819400"/>
            <a:ext cx="3035300" cy="381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4572000" y="3175000"/>
            <a:ext cx="3035300" cy="381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4572000" y="3251200"/>
            <a:ext cx="3035300" cy="203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572000" y="3416300"/>
            <a:ext cx="3035300" cy="2794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140700" y="2057400"/>
            <a:ext cx="3543300" cy="1905000"/>
          </a:xfrm>
          <a:prstGeom prst="rect">
            <a:avLst/>
          </a:prstGeom>
          <a:effectLst>
            <a:outerShdw dir="5400000" dist="43962" blurRad="104775">
              <a:srgbClr val="0F1D30">
                <a:alpha val="10000"/>
              </a:srgbClr>
            </a:outerShdw>
          </a:effectLst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8356600" y="2260600"/>
            <a:ext cx="444500" cy="444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458200" y="2362200"/>
            <a:ext cx="241300" cy="2540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915400" y="2273300"/>
            <a:ext cx="2628900" cy="406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382000" y="2819400"/>
            <a:ext cx="3035300" cy="381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8382000" y="3175000"/>
            <a:ext cx="3035300" cy="38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382000" y="3251200"/>
            <a:ext cx="3035300" cy="203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8382000" y="3416300"/>
            <a:ext cx="3035300" cy="2794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533400" y="4254500"/>
            <a:ext cx="6007100" cy="17653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00100" y="4508500"/>
            <a:ext cx="3683000" cy="2794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00100" y="4787900"/>
            <a:ext cx="5511800" cy="3937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rot="0">
            <a:off x="800100" y="5422900"/>
            <a:ext cx="2184400" cy="241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00100" y="5664200"/>
            <a:ext cx="2184400" cy="2032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 rot="0">
            <a:off x="3009900" y="5422900"/>
            <a:ext cx="2184400" cy="2413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3009900" y="5664200"/>
            <a:ext cx="2184400" cy="2032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 rot="0">
            <a:off x="5194300" y="5422900"/>
            <a:ext cx="1092200" cy="2413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5194300" y="5664200"/>
            <a:ext cx="1092200" cy="2032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6794500" y="4267200"/>
            <a:ext cx="4851400" cy="254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6794500" y="4559300"/>
            <a:ext cx="4864100" cy="12446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6794500" y="5905500"/>
            <a:ext cx="4851400" cy="2540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013700" y="469900"/>
            <a:ext cx="3556000" cy="14097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7378700" y="-12700"/>
            <a:ext cx="2768600" cy="749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6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9182100" y="-1727200"/>
            <a:ext cx="2501900" cy="25019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 rot="0">
            <a:off x="8432800" y="1371600"/>
            <a:ext cx="2705100" cy="2159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900000">
            <a:off x="8178800" y="1028700"/>
            <a:ext cx="5715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9400" y="114300"/>
            <a:ext cx="67437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47900" y="1244600"/>
            <a:ext cx="91313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6350000" y="3556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46100" y="1600200"/>
            <a:ext cx="11328400" cy="482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46100" y="2171700"/>
            <a:ext cx="4914900" cy="1257300"/>
          </a:xfrm>
          <a:prstGeom prst="rect">
            <a:avLst/>
          </a:prstGeom>
          <a:effectLst>
            <a:outerShdw dir="5400000" dist="29015" blurRad="69152">
              <a:srgbClr val="0F1D30">
                <a:alpha val="10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787400" y="2527300"/>
            <a:ext cx="444500" cy="444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76300" y="2616200"/>
            <a:ext cx="2413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358900" y="2374900"/>
            <a:ext cx="3911600" cy="317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358900" y="2692400"/>
            <a:ext cx="3911600" cy="292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358900" y="3009900"/>
            <a:ext cx="3911600" cy="29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435600" y="2171700"/>
            <a:ext cx="482600" cy="1257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5892800" y="2171700"/>
            <a:ext cx="4914900" cy="1257300"/>
          </a:xfrm>
          <a:prstGeom prst="rect">
            <a:avLst/>
          </a:prstGeom>
          <a:effectLst>
            <a:outerShdw dir="5400000" dist="29015" blurRad="69152">
              <a:srgbClr val="0F1D30">
                <a:alpha val="10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6134100" y="2400300"/>
            <a:ext cx="444500" cy="4445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235700" y="2489200"/>
            <a:ext cx="241300" cy="2413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6718300" y="2374900"/>
            <a:ext cx="3911600" cy="3175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718300" y="2692400"/>
            <a:ext cx="3911600" cy="292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6718300" y="3009900"/>
            <a:ext cx="3911600" cy="292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546100" y="3606800"/>
            <a:ext cx="11125200" cy="7366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12800" y="3606800"/>
            <a:ext cx="6692900" cy="7366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7391400" y="3606800"/>
            <a:ext cx="4025900" cy="7366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73100" y="4686300"/>
            <a:ext cx="5816600" cy="1384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 rot="0">
            <a:off x="6858000" y="4559300"/>
            <a:ext cx="4800600" cy="355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6858000" y="4559300"/>
            <a:ext cx="4800600" cy="3556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6858000" y="4889500"/>
            <a:ext cx="4800600" cy="2032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858000" y="5054600"/>
            <a:ext cx="4800600" cy="215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 rot="0">
            <a:off x="6858000" y="5257800"/>
            <a:ext cx="4800600" cy="355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6858000" y="5257800"/>
            <a:ext cx="4800600" cy="3556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6858000" y="5588000"/>
            <a:ext cx="4800600" cy="203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6858000" y="5740400"/>
            <a:ext cx="4800600" cy="215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 rot="0">
            <a:off x="6858000" y="5956300"/>
            <a:ext cx="4800600" cy="355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6858000" y="5956300"/>
            <a:ext cx="4800600" cy="3556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6858000" y="6286500"/>
            <a:ext cx="4800600" cy="2032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7569200" y="127000"/>
            <a:ext cx="3670300" cy="14605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 rot="0">
            <a:off x="8242300" y="1358900"/>
            <a:ext cx="2159000" cy="215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7289800" y="-330200"/>
            <a:ext cx="2768600" cy="7493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900000">
            <a:off x="8039100" y="1028700"/>
            <a:ext cx="5715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9400" y="114300"/>
            <a:ext cx="67437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60600" y="1244600"/>
            <a:ext cx="63627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3670300" y="2540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89800" y="-330200"/>
            <a:ext cx="27686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33400" y="1435100"/>
            <a:ext cx="5321300" cy="711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762000" y="1511300"/>
            <a:ext cx="1854200" cy="254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762000" y="1727200"/>
            <a:ext cx="4889500" cy="317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6159500" y="1435100"/>
            <a:ext cx="5321300" cy="711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6375400" y="1511300"/>
            <a:ext cx="1854200" cy="254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6375400" y="1727200"/>
            <a:ext cx="4889500" cy="317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533400" y="2438400"/>
            <a:ext cx="11125200" cy="1905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0">
            <a:off x="533400" y="4610100"/>
            <a:ext cx="11112500" cy="1397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850900" y="4826000"/>
            <a:ext cx="3683000" cy="254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50900" y="5105400"/>
            <a:ext cx="7886700" cy="800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5400000">
            <a:off x="8572500" y="5283200"/>
            <a:ext cx="952500" cy="38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9118600" y="4826000"/>
            <a:ext cx="2413000" cy="952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7137400" y="-25400"/>
            <a:ext cx="3568700" cy="140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7366000" y="1193800"/>
            <a:ext cx="3340100" cy="2159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900000">
            <a:off x="6680200" y="647700"/>
            <a:ext cx="571500" cy="635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375400" y="-469900"/>
            <a:ext cx="2768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79400" y="114300"/>
            <a:ext cx="6743700" cy="113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47900" y="1206500"/>
            <a:ext cx="91313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6350000" y="3556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89800" y="-330200"/>
            <a:ext cx="27686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3400" y="1498600"/>
            <a:ext cx="11112500" cy="317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3400" y="1892300"/>
            <a:ext cx="5054600" cy="1765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533400" y="3835400"/>
            <a:ext cx="5054600" cy="8001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762000" y="3962400"/>
            <a:ext cx="4597400" cy="25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762000" y="4216400"/>
            <a:ext cx="4610100" cy="5207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533400" y="4749800"/>
            <a:ext cx="5054600" cy="812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62000" y="4889500"/>
            <a:ext cx="4597400" cy="254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762000" y="5130800"/>
            <a:ext cx="4610100" cy="520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6019800" y="1892300"/>
            <a:ext cx="5626100" cy="2794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6019800" y="2184400"/>
            <a:ext cx="5626100" cy="33782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6248400" y="2374900"/>
            <a:ext cx="5168900" cy="2781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533400" y="5740400"/>
            <a:ext cx="11112500" cy="596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800100" y="5740400"/>
            <a:ext cx="10566400" cy="5969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7289800" y="127000"/>
            <a:ext cx="3327400" cy="13208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0">
            <a:off x="7696200" y="1295400"/>
            <a:ext cx="2705100" cy="215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900000">
            <a:off x="7277100" y="774700"/>
            <a:ext cx="571500" cy="635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350000" y="-381000"/>
            <a:ext cx="2768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15900" y="254000"/>
            <a:ext cx="6743700" cy="622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-2260600" y="914400"/>
            <a:ext cx="63627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10800000">
            <a:off x="3505200" y="50800"/>
            <a:ext cx="444500" cy="825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289800" y="-330200"/>
            <a:ext cx="27686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6375400" y="-469900"/>
            <a:ext cx="27686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215900" y="1028700"/>
            <a:ext cx="5511800" cy="368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292100" y="1562100"/>
            <a:ext cx="6705600" cy="4724400"/>
          </a:xfrm>
          <a:prstGeom prst="rect">
            <a:avLst/>
          </a:prstGeom>
          <a:effectLst>
            <a:outerShdw dir="5400000" dist="109025" blurRad="259842">
              <a:srgbClr val="0F1D30">
                <a:alpha val="10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3400" y="1727200"/>
            <a:ext cx="4229100" cy="2921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0">
            <a:off x="5092700" y="1727200"/>
            <a:ext cx="1663700" cy="292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5092700" y="1727200"/>
            <a:ext cx="1663700" cy="292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787400" y="2260600"/>
            <a:ext cx="5245100" cy="3568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38200" y="5867400"/>
            <a:ext cx="508000" cy="165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 rot="0">
            <a:off x="1320800" y="5867400"/>
            <a:ext cx="508000" cy="1651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 rot="0">
            <a:off x="1816100" y="5867400"/>
            <a:ext cx="508000" cy="1651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 rot="0">
            <a:off x="2298700" y="5867400"/>
            <a:ext cx="520700" cy="165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rot="0">
            <a:off x="2781300" y="5867400"/>
            <a:ext cx="508000" cy="1651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0">
            <a:off x="3276600" y="5867400"/>
            <a:ext cx="508000" cy="1651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838200" y="6007100"/>
            <a:ext cx="939800" cy="2032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2844800" y="6019800"/>
            <a:ext cx="939800" cy="203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3987800" y="5880100"/>
            <a:ext cx="3098800" cy="203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7581900" y="1270000"/>
            <a:ext cx="4076700" cy="2794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rot="0">
            <a:off x="7581900" y="1600200"/>
            <a:ext cx="355600" cy="3556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7658100" y="1676400"/>
            <a:ext cx="190500" cy="190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8026400" y="1574800"/>
            <a:ext cx="3632200" cy="241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8026400" y="1778000"/>
            <a:ext cx="3632200" cy="215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rot="0">
            <a:off x="7581900" y="2108200"/>
            <a:ext cx="355600" cy="355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7658100" y="2197100"/>
            <a:ext cx="190500" cy="190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8026400" y="2082800"/>
            <a:ext cx="3632200" cy="2413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026400" y="2286000"/>
            <a:ext cx="3632200" cy="2159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rot="0">
            <a:off x="7581900" y="2616200"/>
            <a:ext cx="355600" cy="3556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7658100" y="2692400"/>
            <a:ext cx="190500" cy="19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026400" y="2590800"/>
            <a:ext cx="3632200" cy="241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026400" y="2794000"/>
            <a:ext cx="3632200" cy="2159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rot="0">
            <a:off x="7581900" y="3136900"/>
            <a:ext cx="355600" cy="3556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7658100" y="3213100"/>
            <a:ext cx="190500" cy="190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026400" y="3111500"/>
            <a:ext cx="3632200" cy="2413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026400" y="3302000"/>
            <a:ext cx="3632200" cy="2159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7581900" y="3695700"/>
            <a:ext cx="1968500" cy="6731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7581900" y="3746500"/>
            <a:ext cx="1968500" cy="3683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7581900" y="4102100"/>
            <a:ext cx="1968500" cy="2413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9677400" y="3695700"/>
            <a:ext cx="1968500" cy="6731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9677400" y="3746500"/>
            <a:ext cx="1968500" cy="368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9677400" y="4102100"/>
            <a:ext cx="1968500" cy="2413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7581900" y="4483100"/>
            <a:ext cx="1968500" cy="6731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7581900" y="4546600"/>
            <a:ext cx="1968500" cy="3683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7581900" y="4889500"/>
            <a:ext cx="1968500" cy="2413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9677400" y="4483100"/>
            <a:ext cx="1968500" cy="673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9677400" y="4546600"/>
            <a:ext cx="1968500" cy="3683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9677400" y="4889500"/>
            <a:ext cx="1968500" cy="2413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7581900" y="5283200"/>
            <a:ext cx="4076700" cy="2159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7581900" y="5511800"/>
            <a:ext cx="4089400" cy="660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 rot="0">
            <a:off x="546100" y="6311900"/>
            <a:ext cx="11112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200000">
            <a:off x="-927100" y="-1612900"/>
            <a:ext cx="2463800" cy="2463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200000">
            <a:off x="-901700" y="5969000"/>
            <a:ext cx="2463800" cy="2463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375900" y="6642100"/>
            <a:ext cx="1739900" cy="177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317500" y="6781800"/>
            <a:ext cx="117856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17500" y="6642100"/>
            <a:ext cx="2057400" cy="177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334000" y="6642100"/>
            <a:ext cx="2070100" cy="177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1734800" y="127000"/>
            <a:ext cx="406400" cy="419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79400" y="114300"/>
            <a:ext cx="8407400" cy="113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-2247900" y="1206500"/>
            <a:ext cx="91313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7518400" y="254000"/>
            <a:ext cx="4445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-1200000">
            <a:off x="11633200" y="800100"/>
            <a:ext cx="2463800" cy="2463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6200000">
            <a:off x="11201400" y="1358900"/>
            <a:ext cx="14732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3400" y="1371600"/>
            <a:ext cx="5511800" cy="241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33400" y="1562100"/>
            <a:ext cx="3581400" cy="698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685800" y="1638300"/>
            <a:ext cx="571500" cy="381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181100" y="1638300"/>
            <a:ext cx="2806700" cy="3175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181100" y="1917700"/>
            <a:ext cx="2806700" cy="368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4305300" y="1562100"/>
            <a:ext cx="3581400" cy="698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445000" y="1638300"/>
            <a:ext cx="5715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4940300" y="1638300"/>
            <a:ext cx="2806700" cy="317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940300" y="1917700"/>
            <a:ext cx="2806700" cy="368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064500" y="1562100"/>
            <a:ext cx="3581400" cy="6985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8216900" y="1638300"/>
            <a:ext cx="571500" cy="381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8699500" y="1638300"/>
            <a:ext cx="2806700" cy="317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699500" y="1917700"/>
            <a:ext cx="2806700" cy="368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533400" y="2349500"/>
            <a:ext cx="3581400" cy="6985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685800" y="2438400"/>
            <a:ext cx="571500" cy="381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181100" y="2438400"/>
            <a:ext cx="2806700" cy="317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168400" y="2705100"/>
            <a:ext cx="2819400" cy="368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4305300" y="2349500"/>
            <a:ext cx="3581400" cy="6985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4445000" y="2438400"/>
            <a:ext cx="571500" cy="381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4940300" y="2438400"/>
            <a:ext cx="2806700" cy="3175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4940300" y="2705100"/>
            <a:ext cx="2806700" cy="368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8064500" y="2349500"/>
            <a:ext cx="3581400" cy="6985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8216900" y="2438400"/>
            <a:ext cx="571500" cy="3810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8699500" y="2438400"/>
            <a:ext cx="2806700" cy="3175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699500" y="2705100"/>
            <a:ext cx="2806700" cy="3683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33400" y="3162300"/>
            <a:ext cx="5511800" cy="215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533400" y="3390900"/>
            <a:ext cx="3581400" cy="5207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0">
            <a:off x="660400" y="3505200"/>
            <a:ext cx="317500" cy="3175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723900" y="3581400"/>
            <a:ext cx="177800" cy="177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1028700" y="3441700"/>
            <a:ext cx="2959100" cy="241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1028700" y="3657600"/>
            <a:ext cx="2959100" cy="2540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4305300" y="3390900"/>
            <a:ext cx="3581400" cy="5207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0">
            <a:off x="4419600" y="3505200"/>
            <a:ext cx="317500" cy="3175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4495800" y="3581400"/>
            <a:ext cx="177800" cy="1778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4800600" y="3441700"/>
            <a:ext cx="2959100" cy="241300"/>
          </a:xfrm>
          <a:prstGeom prst="rect">
            <a:avLst/>
          </a:prstGeom>
        </p:spPr>
      </p:pic>
      <p:pic>
        <p:nvPicPr>
          <p:cNvPr name="Picture 49" id="49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4800600" y="3657600"/>
            <a:ext cx="2959100" cy="254000"/>
          </a:xfrm>
          <a:prstGeom prst="rect">
            <a:avLst/>
          </a:prstGeom>
        </p:spPr>
      </p:pic>
      <p:pic>
        <p:nvPicPr>
          <p:cNvPr name="Picture 50" id="50"/>
          <p:cNvPicPr>
            <a:picLocks noChangeAspect="true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8064500" y="3390900"/>
            <a:ext cx="3581400" cy="5207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0">
            <a:off x="8191500" y="3505200"/>
            <a:ext cx="317500" cy="317500"/>
          </a:xfrm>
          <a:prstGeom prst="rect">
            <a:avLst/>
          </a:prstGeom>
        </p:spPr>
      </p:pic>
      <p:pic>
        <p:nvPicPr>
          <p:cNvPr name="Picture 52" id="5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8267700" y="3581400"/>
            <a:ext cx="177800" cy="177800"/>
          </a:xfrm>
          <a:prstGeom prst="rect">
            <a:avLst/>
          </a:prstGeom>
        </p:spPr>
      </p:pic>
      <p:pic>
        <p:nvPicPr>
          <p:cNvPr name="Picture 53" id="53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8559800" y="3441700"/>
            <a:ext cx="2959100" cy="2413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559800" y="3657600"/>
            <a:ext cx="2959100" cy="254000"/>
          </a:xfrm>
          <a:prstGeom prst="rect">
            <a:avLst/>
          </a:prstGeom>
        </p:spPr>
      </p:pic>
      <p:pic>
        <p:nvPicPr>
          <p:cNvPr name="Picture 55" id="55"/>
          <p:cNvPicPr>
            <a:picLocks noChangeAspect="true"/>
          </p:cNvPicPr>
          <p:nvPr/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 rot="0">
            <a:off x="533400" y="4013200"/>
            <a:ext cx="11112500" cy="4191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00100" y="4013200"/>
            <a:ext cx="10566400" cy="4191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533400" y="4572000"/>
            <a:ext cx="5511800" cy="2159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533400" y="4800600"/>
            <a:ext cx="1739900" cy="5969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622300" y="4889500"/>
            <a:ext cx="254000" cy="2540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622300" y="4889500"/>
            <a:ext cx="254000" cy="2540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609600" y="5130800"/>
            <a:ext cx="1600200" cy="2921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2400300" y="4800600"/>
            <a:ext cx="1739900" cy="5969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6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2501900" y="4889500"/>
            <a:ext cx="254000" cy="254000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2501900" y="4889500"/>
            <a:ext cx="254000" cy="254000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2476500" y="5130800"/>
            <a:ext cx="1600200" cy="2921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4279900" y="4800600"/>
            <a:ext cx="1739900" cy="5969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4381500" y="4889500"/>
            <a:ext cx="254000" cy="2540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4381500" y="4889500"/>
            <a:ext cx="254000" cy="2540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4356100" y="5130800"/>
            <a:ext cx="1600200" cy="292100"/>
          </a:xfrm>
          <a:prstGeom prst="rect">
            <a:avLst/>
          </a:prstGeom>
        </p:spPr>
      </p:pic>
      <p:pic>
        <p:nvPicPr>
          <p:cNvPr name="Picture 70" id="70"/>
          <p:cNvPicPr>
            <a:picLocks noChangeAspect="true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6159500" y="4800600"/>
            <a:ext cx="1739900" cy="596900"/>
          </a:xfrm>
          <a:prstGeom prst="rect">
            <a:avLst/>
          </a:prstGeom>
        </p:spPr>
      </p:pic>
      <p:pic>
        <p:nvPicPr>
          <p:cNvPr name="Picture 71" id="71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6248400" y="4889500"/>
            <a:ext cx="254000" cy="2540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 rot="0">
            <a:off x="6248400" y="4889500"/>
            <a:ext cx="254000" cy="254000"/>
          </a:xfrm>
          <a:prstGeom prst="rect">
            <a:avLst/>
          </a:prstGeom>
        </p:spPr>
      </p:pic>
      <p:pic>
        <p:nvPicPr>
          <p:cNvPr name="Picture 73" id="73"/>
          <p:cNvPicPr>
            <a:picLocks noChangeAspect="true"/>
          </p:cNvPicPr>
          <p:nvPr/>
        </p:nvPicPr>
        <p:blipFill>
          <a:blip r:embed="rId73"/>
          <a:stretch>
            <a:fillRect/>
          </a:stretch>
        </p:blipFill>
        <p:spPr>
          <a:xfrm rot="0">
            <a:off x="6223000" y="5130800"/>
            <a:ext cx="1600200" cy="292100"/>
          </a:xfrm>
          <a:prstGeom prst="rect">
            <a:avLst/>
          </a:prstGeom>
        </p:spPr>
      </p:pic>
      <p:pic>
        <p:nvPicPr>
          <p:cNvPr name="Picture 74" id="74"/>
          <p:cNvPicPr>
            <a:picLocks noChangeAspect="true"/>
          </p:cNvPicPr>
          <p:nvPr/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8026400" y="4800600"/>
            <a:ext cx="1739900" cy="5969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8115300" y="4889500"/>
            <a:ext cx="254000" cy="25400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 rot="0">
            <a:off x="8115300" y="4889500"/>
            <a:ext cx="254000" cy="2540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 rot="0">
            <a:off x="8102600" y="5130800"/>
            <a:ext cx="1600200" cy="2921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 rot="0">
            <a:off x="9906000" y="4800600"/>
            <a:ext cx="1739900" cy="5969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 rot="0">
            <a:off x="9994900" y="4889500"/>
            <a:ext cx="254000" cy="2540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 rot="0">
            <a:off x="9994900" y="4889500"/>
            <a:ext cx="254000" cy="2540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 rot="0">
            <a:off x="9982200" y="5130800"/>
            <a:ext cx="1600200" cy="2921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 rot="0">
            <a:off x="533400" y="5549900"/>
            <a:ext cx="11112500" cy="8890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8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 rot="0">
            <a:off x="787400" y="5753100"/>
            <a:ext cx="482600" cy="482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 rot="0">
            <a:off x="901700" y="5867400"/>
            <a:ext cx="254000" cy="254000"/>
          </a:xfrm>
          <a:prstGeom prst="rect">
            <a:avLst/>
          </a:prstGeom>
        </p:spPr>
      </p:pic>
      <p:pic>
        <p:nvPicPr>
          <p:cNvPr name="Picture 85" id="85"/>
          <p:cNvPicPr>
            <a:picLocks noChangeAspect="true"/>
          </p:cNvPicPr>
          <p:nvPr/>
        </p:nvPicPr>
        <p:blipFill>
          <a:blip r:embed="rId85"/>
          <a:stretch>
            <a:fillRect/>
          </a:stretch>
        </p:blipFill>
        <p:spPr>
          <a:xfrm rot="0">
            <a:off x="1447800" y="5689600"/>
            <a:ext cx="9931400" cy="292100"/>
          </a:xfrm>
          <a:prstGeom prst="rect">
            <a:avLst/>
          </a:prstGeom>
        </p:spPr>
      </p:pic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 rot="0">
            <a:off x="1371600" y="5969000"/>
            <a:ext cx="10083800" cy="4445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87"/>
          <a:stretch>
            <a:fillRect/>
          </a:stretch>
        </p:blipFill>
        <p:spPr>
          <a:xfrm rot="0">
            <a:off x="8166100" y="368300"/>
            <a:ext cx="3276600" cy="1295400"/>
          </a:xfrm>
          <a:prstGeom prst="rect">
            <a:avLst/>
          </a:prstGeom>
        </p:spPr>
      </p:pic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 rot="0">
            <a:off x="8178800" y="-114300"/>
            <a:ext cx="2768600" cy="749300"/>
          </a:xfrm>
          <a:prstGeom prst="rect">
            <a:avLst/>
          </a:prstGeom>
        </p:spPr>
      </p:pic>
      <p:pic>
        <p:nvPicPr>
          <p:cNvPr name="Picture 89" id="89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0198100" y="330200"/>
            <a:ext cx="1473200" cy="381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 rot="0">
            <a:off x="8547100" y="965200"/>
            <a:ext cx="2705100" cy="215900"/>
          </a:xfrm>
          <a:prstGeom prst="rect">
            <a:avLst/>
          </a:prstGeom>
        </p:spPr>
      </p:pic>
      <p:pic>
        <p:nvPicPr>
          <p:cNvPr name="Picture 91" id="91"/>
          <p:cNvPicPr>
            <a:picLocks noChangeAspect="true"/>
          </p:cNvPicPr>
          <p:nvPr/>
        </p:nvPicPr>
        <p:blipFill>
          <a:blip r:embed="rId91"/>
          <a:stretch>
            <a:fillRect/>
          </a:stretch>
        </p:blipFill>
        <p:spPr>
          <a:xfrm rot="900000">
            <a:off x="8077200" y="673100"/>
            <a:ext cx="571500" cy="635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9753600" y="-3479800"/>
            <a:ext cx="4165600" cy="4165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0414000" y="5981700"/>
            <a:ext cx="2501900" cy="2501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384300" y="-1511300"/>
            <a:ext cx="2501900" cy="2501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244600" y="5969000"/>
            <a:ext cx="4165600" cy="4165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65100" y="1549400"/>
            <a:ext cx="3721100" cy="33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2900" y="1587500"/>
            <a:ext cx="3378200" cy="254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41300" y="165100"/>
            <a:ext cx="2324100" cy="1130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41300" y="1168400"/>
            <a:ext cx="6731000" cy="25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-2247900" y="1397000"/>
            <a:ext cx="57912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0800000">
            <a:off x="3187700" y="368300"/>
            <a:ext cx="444500" cy="825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7226300" y="546100"/>
            <a:ext cx="1511300" cy="647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826500" y="482600"/>
            <a:ext cx="1320800" cy="698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1303000" y="127000"/>
            <a:ext cx="406400" cy="419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0223500" y="546100"/>
            <a:ext cx="1892300" cy="609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9779000" y="330200"/>
            <a:ext cx="1473200" cy="38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5">
            <a:alphaModFix amt="80000"/>
          </a:blip>
          <a:stretch>
            <a:fillRect/>
          </a:stretch>
        </p:blipFill>
        <p:spPr>
          <a:xfrm rot="0">
            <a:off x="165100" y="1905000"/>
            <a:ext cx="5588000" cy="12446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65100" y="3187700"/>
            <a:ext cx="37211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42900" y="3225800"/>
            <a:ext cx="3378200" cy="254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>
            <a:alphaModFix amt="80000"/>
          </a:blip>
          <a:stretch>
            <a:fillRect/>
          </a:stretch>
        </p:blipFill>
        <p:spPr>
          <a:xfrm rot="0">
            <a:off x="165100" y="3530600"/>
            <a:ext cx="5588000" cy="14986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 rot="0">
            <a:off x="6108700" y="2679700"/>
            <a:ext cx="1206500" cy="330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6184900" y="2717800"/>
            <a:ext cx="1041400" cy="254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8115300" y="6756400"/>
            <a:ext cx="5791200" cy="381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331200" y="4813300"/>
            <a:ext cx="977900" cy="977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7924800" y="5791200"/>
            <a:ext cx="1778000" cy="215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7531100" y="6007100"/>
            <a:ext cx="2628900" cy="6731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6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6108700" y="1549400"/>
            <a:ext cx="3721100" cy="330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6273800" y="1587500"/>
            <a:ext cx="3378200" cy="254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9">
            <a:alphaModFix amt="80000"/>
          </a:blip>
          <a:stretch>
            <a:fillRect/>
          </a:stretch>
        </p:blipFill>
        <p:spPr>
          <a:xfrm rot="0">
            <a:off x="6134100" y="1930400"/>
            <a:ext cx="5588000" cy="2540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40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165100" y="5041900"/>
            <a:ext cx="3721100" cy="3302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342900" y="5080000"/>
            <a:ext cx="3378200" cy="2540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42">
            <a:alphaModFix amt="80000"/>
          </a:blip>
          <a:stretch>
            <a:fillRect/>
          </a:stretch>
        </p:blipFill>
        <p:spPr>
          <a:xfrm rot="0">
            <a:off x="165100" y="5397500"/>
            <a:ext cx="5588000" cy="12446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6540500" y="4203700"/>
            <a:ext cx="1778000" cy="215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6184900" y="4394200"/>
            <a:ext cx="25400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9182100" y="4191000"/>
            <a:ext cx="1778000" cy="2159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826500" y="4381500"/>
            <a:ext cx="25400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 rot="0">
            <a:off x="7073900" y="3302000"/>
            <a:ext cx="660400" cy="8001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rot="0">
            <a:off x="9753600" y="3289300"/>
            <a:ext cx="660400" cy="800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